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3.xml" ContentType="application/vnd.openxmlformats-officedocument.presentationml.notesSlide+xml"/>
  <Override PartName="/ppt/ink/ink12.xml" ContentType="application/inkml+xml"/>
  <Override PartName="/ppt/ink/ink13.xml" ContentType="application/inkml+xml"/>
  <Override PartName="/ppt/notesSlides/notesSlide4.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notesSlides/notesSlide5.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6.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7.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8.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71" d="100"/>
          <a:sy n="71"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3:01.61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3:01.83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3:03.21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3:03.37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3:03.57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3:09.377"/>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4:15.388"/>
    </inkml:context>
    <inkml:brush xml:id="br0">
      <inkml:brushProperty name="width" value="0.35" units="cm"/>
      <inkml:brushProperty name="height" value="0.35" units="cm"/>
      <inkml:brushProperty name="color" value="#FFFFFF"/>
    </inkml:brush>
  </inkml:definitions>
  <inkml:trace contextRef="#ctx0" brushRef="#br0">1 0 24423,'4153'0'0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4:21.218"/>
    </inkml:context>
    <inkml:brush xml:id="br0">
      <inkml:brushProperty name="width" value="0.35" units="cm"/>
      <inkml:brushProperty name="height" value="0.35" units="cm"/>
      <inkml:brushProperty name="color" value="#FFFFFF"/>
    </inkml:brush>
  </inkml:definitions>
  <inkml:trace contextRef="#ctx0" brushRef="#br0">4787 1318 24575,'-67'26'0,"19"-10"0,-259 100 0,-534 124 0,797-230 0,0-3 0,-1-2 0,-83-1 0,90-3 0,0 2 0,1 1 0,-54 14 0,45-9 0,13-1 0,1 2 0,-40 17 0,-22 7 0,29-18 0,-92 11 0,115-21 0,-23 6 0,-77 24 0,-6 0 0,-256 29 0,250-53 0,-185-11 0,148-4 0,82 5 0,-124-4 0,200-3 0,1-1 0,0-1 0,0-2 0,-31-13 0,-4-8 0,49 20 0,-1 2 0,-34-12 0,26 14 0,1-2 0,-44-20 0,61 24 0,0-1 0,1 0 0,0-1 0,0 1 0,1-2 0,-1 1 0,1-1 0,1 0 0,-1-1 0,1 1 0,-6-11 0,-23-37 0,22 37 0,0 0 0,2-1 0,0-1 0,1 0 0,1-1 0,1 1 0,-10-40 0,10 14 0,-2-11 0,-6-105 0,14 92 0,0 19 0,9-97 0,-6 138 0,1 0 0,0 1 0,1 0 0,0-1 0,0 1 0,1 0 0,0 1 0,0-1 0,1 1 0,1-1 0,-1 1 0,1 1 0,0-1 0,1 1 0,0 0 0,0 1 0,1 0 0,-1 0 0,1 0 0,1 1 0,-1 0 0,17-7 0,27-1 0,0 2 0,0 2 0,75-2 0,-10 0 0,594-36 0,8 44 0,-663 1 0,66-11 0,41-1 0,-122 14 0,5 0 0,-1-1 0,48-9 0,-56 4 0,1 0 0,0-2 0,43-14 0,-38 10 0,0 1 0,88-10 0,5 0 0,31-3 0,-94 15 0,57-16 0,16-2 0,-45 21 0,104 8 0,63-4 0,-262 2 0,0 0 0,0-1 0,1 0 0,-1 0 0,0-1 0,0 0 0,0 0 0,0 0 0,-1 0 0,11-7 0,-15 9 0,-1-1 0,0 1 0,1 0 0,-1 0 0,1-1 0,-1 1 0,0 0 0,1-1 0,-1 1 0,0-1 0,0 1 0,1 0 0,-1-1 0,0 1 0,0-1 0,1 1 0,-1-1 0,0 1 0,0 0 0,0-1 0,0 1 0,0-1 0,0 1 0,0-1 0,0 1 0,0-1 0,0 1 0,0-1 0,0 1 0,0-1 0,0 1 0,0-1 0,-1 1 0,1 0 0,0-1 0,0 1 0,0-1 0,-1 1 0,1-1 0,0 1 0,-1-1 0,-21-13 0,0 4 0,0 2 0,-1 1 0,0 1 0,-46-7 0,-329-27-478,-14 30-376,321 9 702,-1711-1-2205,891 5 2466,905-3 29,1-1 1,-1 1-1,1-1 0,0 0 0,-1 0 0,1-1 0,0 1 1,0-1-1,0 0 0,-9-5 0,13 6-86,-1 0 0,1 0 0,0 0 0,0 0 0,0 0 0,0 0 0,0-1 0,0 1 0,0 0 0,0-1 0,0 1 0,0 0 0,1-1 0,-1 1 0,1-1 0,-1 1 0,1-1 1,0 1-1,-1-1 0,1 0 0,0 1 0,0-1 0,0 1 0,0-1 0,0 0 0,0 1 0,1-1 0,-1 1 0,0-1 0,1 1 0,0-1 0,-1 1 0,1-1 0,0 1 0,-1-1 0,1 1 0,0 0 0,0 0 0,0-1 0,2 0 0,4-7-41,1 1 0,0-1 0,0 2 0,1-1 0,0 1 0,0 1 0,1 0 0,18-10 0,10 0-21,40-13 1,-65 24 8,313-105 1,-234 84-1365,1 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4:29.013"/>
    </inkml:context>
    <inkml:brush xml:id="br0">
      <inkml:brushProperty name="width" value="0.35" units="cm"/>
      <inkml:brushProperty name="height" value="0.35" units="cm"/>
      <inkml:brushProperty name="color" value="#FFFFFF"/>
    </inkml:brush>
  </inkml:definitions>
  <inkml:trace contextRef="#ctx0" brushRef="#br0">2686 150 24575,'1442'0'0,"-1462"0"0,-142-1 0,-271 34 0,13 43 0,-90 14 0,483-86 0,-364 48 0,-4-34 0,-661-22 0,587 6 0,467-2 0,-40-3 0,40 3 0,0-1 0,0 1 0,0-1 0,0 1 0,0-1 0,0 0 0,0 0 0,0 0 0,0 0 0,0 0 0,1-1 0,-1 1 0,1 0 0,-1-1 0,1 1 0,-1-1 0,-1-1 0,3 2 0,0 0 0,0 1 0,-1-1 0,1 0 0,0 1 0,0-1 0,0 1 0,0-1 0,0 0 0,0 1 0,0-1 0,0 0 0,0 1 0,0-1 0,0 0 0,0 1 0,1-1 0,-1 1 0,0-1 0,0 0 0,1 1 0,-1-1 0,0 1 0,1-1 0,-1 1 0,0-1 0,1 1 0,-1-1 0,1 1 0,-1-1 0,1 1 0,-1 0 0,1-1 0,-1 1 0,1 0 0,0-1 0,-1 1 0,1 0 0,-1 0 0,1 0 0,1-1 0,28-7 0,-29 7 0,42-5 0,43-1 0,5 0 0,1-5 0,43-6 0,142 0 0,1263 20 0,-1518-4 0,0-1 0,0 0 0,0-2 0,42-15 0,9-1 0,-68 20 0,0-1 0,-1 1 0,1-1 0,-1 0 0,0 0 0,1 0 0,-1-1 0,0 1 0,0-1 0,0 0 0,-1 0 0,1 0 0,3-6 0,-6 8 0,0-1 0,0 1 0,0-1 0,0 0 0,-1 1 0,1-1 0,-1 0 0,1 0 0,-1 1 0,0-1 0,1 0 0,-1 0 0,0 0 0,0 0 0,0 1 0,-1-1 0,1 0 0,0 0 0,-1 0 0,1 1 0,-1-1 0,1 0 0,-1 0 0,0 1 0,0-1 0,0 1 0,0-1 0,0 1 0,0-1 0,0 1 0,-1-1 0,1 1 0,0 0 0,-1 0 0,1 0 0,-1 0 0,-1-1 0,-10-7 0,0 1 0,0 0 0,-1 1 0,0 0 0,0 2 0,-1-1 0,-23-4 0,-3 1 0,-66-5 0,-45 7 0,-24-3 0,-554-36 0,-249 48 143,553-3-1651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4:30.01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3:34:36.175"/>
    </inkml:context>
    <inkml:brush xml:id="br0">
      <inkml:brushProperty name="width" value="0.35" units="cm"/>
      <inkml:brushProperty name="height" value="0.35" units="cm"/>
      <inkml:brushProperty name="color" value="#FFFFFF"/>
    </inkml:brush>
  </inkml:definitions>
  <inkml:trace contextRef="#ctx0" brushRef="#br0">0 23 24575,'11'0'0,"7"0"0,7 0 0,4 0 0,7 0 0,3 0 0,-1 0 0,4 0 0,-1 0 0,-6-5 0,-10-12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3:45.428"/>
    </inkml:context>
    <inkml:brush xml:id="br0">
      <inkml:brushProperty name="width" value="0.35" units="cm"/>
      <inkml:brushProperty name="height" value="0.35" units="cm"/>
      <inkml:brushProperty name="color" value="#FFFFFF"/>
    </inkml:brush>
  </inkml:definitions>
  <inkml:trace contextRef="#ctx0" brushRef="#br0">2871 632 24154,'2912'-402'0,"-8695"172"0,8654 862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4:00.695"/>
    </inkml:context>
    <inkml:brush xml:id="br0">
      <inkml:brushProperty name="width" value="0.35" units="cm"/>
      <inkml:brushProperty name="height" value="0.35" units="cm"/>
      <inkml:brushProperty name="color" value="#FFFFFF"/>
    </inkml:brush>
  </inkml:definitions>
  <inkml:trace contextRef="#ctx0" brushRef="#br0">2770 302 24575,'26'-24'0,"0"2"0,2 0 0,0 2 0,2 1 0,32-16 0,-4 7 0,114-37 0,-120 49 0,1 2 0,1 2 0,0 3 0,1 2 0,84 0 0,-91 6 0,-24 0 0,1 1 0,-1 2 0,31 4 0,-48-5 0,0 1 0,0 0 0,0 1 0,-1-1 0,1 1 0,0 0 0,-1 1 0,0 0 0,0 0 0,0 0 0,0 1 0,-1 0 0,1 0 0,-1 0 0,6 8 0,-4-2 0,-1 0 0,0 0 0,-1 0 0,0 1 0,-1 0 0,5 20 0,-3-12 0,-2-10 0,0 0 0,1 0 0,0-1 0,1 0 0,0 0 0,11 13 0,20 32 0,-25-34 0,0-1 0,1-1 0,24 26 0,-21-26 0,0 1 0,22 38 0,27 63 0,-61-112 0,1 0 0,-1 1 0,0-1 0,-1 1 0,0 0 0,0 0 0,-1 0 0,0 0 0,-1 1 0,0-1 0,0 0 0,-1 1 0,-2 16 0,0-14 0,0 0 0,-2 0 0,0-1 0,0 1 0,-1-1 0,0 0 0,0 0 0,-2-1 0,1 0 0,-10 11 0,11-16 0,0 0 0,0-1 0,0 1 0,-1-1 0,1 0 0,-1-1 0,0 1 0,0-1 0,0-1 0,-11 4 0,-6 1 0,-40 7 0,6-7 0,1-3 0,-85-5 0,59-1 0,77 2 0,-1 0 0,0 0 0,1 0 0,-1-1 0,0 0 0,1 0 0,-1-1 0,1 1 0,0-1 0,-10-5 0,12 5 0,1 0 0,-1-1 0,0 1 0,1-1 0,0 0 0,0 0 0,-1 1 0,2-2 0,-1 1 0,0 0 0,1 0 0,-1 0 0,1-1 0,0 1 0,0-1 0,0 1 0,1-1 0,-1-4 0,-3-36 0,2 0 0,7-72 0,0 12 0,-3 41 0,0 27 0,-2 0 0,-5-53 0,5 87 0,0 1 0,0 0 0,-1-1 0,1 1 0,0 0 0,0-1 0,-1 1 0,1 0 0,0 0 0,-1-1 0,0 1 0,1 0 0,-1 0 0,0 0 0,1 0 0,-1 0 0,0 0 0,0 0 0,0 0 0,0 0 0,0 0 0,0 0 0,0 0 0,0 1 0,0-1 0,0 0 0,-1 1 0,1-1 0,0 1 0,0 0 0,-1-1 0,1 1 0,0 0 0,-1 0 0,1-1 0,0 1 0,0 0 0,-1 0 0,1 1 0,0-1 0,-1 0 0,1 0 0,0 1 0,-1-1 0,1 0 0,-2 2 0,-4 1 0,0 1 0,0-1 0,0 2 0,0-1 0,0 1 0,-6 6 0,-136 142 0,79-78 0,-106 136 0,124-144 0,31-40 0,6-7 0,-1 0 0,-1 0 0,-38 32 0,53-51 0,1-1 0,0 1 0,0 0 0,-1 0 0,1 0 0,0 1 0,0-1 0,0 0 0,0 0 0,0 0 0,1 1 0,-1-1 0,0 1 0,1-1 0,-1 0 0,0 1 0,1-1 0,0 1 0,-1 2 0,1-3 0,1 0 0,-1 0 0,1 0 0,0 0 0,-1 0 0,1 0 0,0 0 0,-1 0 0,1 0 0,0 0 0,0-1 0,0 1 0,0 0 0,0-1 0,0 1 0,0 0 0,0-1 0,0 1 0,0-1 0,0 1 0,0-1 0,1 0 0,-1 0 0,0 1 0,0-1 0,0 0 0,2 0 0,24 4 0,-1-1 0,1-1 0,0-1 0,0-2 0,0 0 0,0-2 0,0-1 0,-1-2 0,46-14 0,-9-3 0,-1-3 0,104-61 0,-41 2 0,-88 57 0,-33 25 0,0-1 0,0 0 0,0 0 0,0-1 0,-1 1 0,1-1 0,-1 0 0,0 0 0,-1 0 0,1 0 0,-1 0 0,0-1 0,0 1 0,-1-1 0,1 1 0,0-7 0,0-10 0,0-1 0,-3-39 0,0 39 0,1 16 0,0 0 0,0 0 0,-1 0 0,0 1 0,0-1 0,-1 0 0,0 0 0,0 1 0,-1-1 0,1 1 0,-1 0 0,-1 0 0,1 0 0,-1 0 0,0 1 0,-1-1 0,1 1 0,-1 0 0,0 0 0,0 0 0,0 1 0,-1 0 0,0 0 0,0 1 0,0-1 0,0 1 0,0 0 0,-1 1 0,1 0 0,-1 0 0,-10-2 0,-28 0 0,0 1 0,-77 7 0,23 0 0,24-4 0,19-1 0,1 2 0,-1 2 0,-84 18 0,22 7 0,-124 13 0,214-37 0,-1 1 0,1 1 0,1 2 0,-46 18 0,18-7 0,-77 17 0,50-16 0,6-2 0,39-10 0,-42 14 0,49-13 0,-1 0 0,0-3 0,0 0 0,-50 2 0,-129-9 0,90-2 0,-496 4 0,606-1 0,0-1 0,0 0 0,0 0 0,-15-4 0,24 5 0,-1-1 0,0 1 0,1 0 0,-1-1 0,1 1 0,-1-1 0,1 0 0,-1 0 0,1 1 0,-1-1 0,1 0 0,0 0 0,0 0 0,-1-1 0,1 1 0,0 0 0,0 0 0,0 0 0,0-1 0,0 1 0,1-1 0,-1 1 0,0-1 0,0 1 0,1-1 0,-1 1 0,1-1 0,0 1 0,-1-1 0,1 0 0,0 1 0,0-1 0,0 0 0,0 1 0,0-1 0,1-2 0,0 2 0,0 0 0,0 0 0,0 1 0,0-1 0,0 0 0,0 0 0,1 1 0,-1-1 0,1 1 0,-1-1 0,1 1 0,0 0 0,-1 0 0,1-1 0,0 1 0,0 0 0,0 1 0,0-1 0,0 0 0,0 1 0,0-1 0,3 0 0,50-7 0,-51 8 0,318-2 0,-150 5 0,733-3 0,-879-1 0,0-2 0,-1-1 0,1-1 0,33-11 0,-27 6 0,0 3 0,36-5 0,37-1 0,56-5 0,-142 17 0,0-1 0,0 0 0,28-8 0,-37 7 0,-1 0 0,1-1 0,-1 0 0,0 0 0,0-1 0,0 0 0,-1-1 0,12-9 0,-19 14 0,0 0 0,0 0 0,1 0 0,-1 0 0,0 0 0,0 0 0,0 0 0,0 0 0,-1-1 0,1 1 0,0 0 0,0-1 0,-1 1 0,1 0 0,-1-1 0,1 1 0,-1-1 0,0 1 0,1-1 0,-1 1 0,0-1 0,0 1 0,0-1 0,-1-1 0,1 1 0,-1 0 0,0 0 0,0 1 0,-1-1 0,1 0 0,0 1 0,0-1 0,-1 1 0,1-1 0,-1 1 0,1 0 0,-1-1 0,0 1 0,0 0 0,-2-1 0,-10-4 0,1 1 0,0 0 0,-1 1 0,-16-2 0,-175-29 0,-278-12 0,-215 38 0,657 10 0,22 0 0,1 0 0,-1-1 0,1-1 0,-32-6 0,50 7 0,-1 0 0,0 0 0,1 0 0,-1 0 0,1 0 0,-1 0 0,1-1 0,-1 1 0,1 0 0,-1 0 0,1 0 0,-1-1 0,1 1 0,-1 0 0,1-1 0,-1 1 0,1 0 0,0-1 0,-1 1 0,1 0 0,-1-1 0,1 1 0,0-1 0,-1 1 0,1-2 0,10-4 0,25-1 0,320 1 0,-198 9 0,-122-3 0,-14 1 0,0-1 0,22-3 0,-23-4 0,-19 7 0,-1 0 0,0 0 0,1 0 0,-1-1 0,0 1 0,0 0 0,1 0 0,-1 0 0,0 0 0,0-1 0,1 1 0,-1 0 0,0 0 0,0-1 0,1 1 0,-1 0 0,0-1 0,0 1 0,0 0 0,0 0 0,0-1 0,1 1 0,-1 0 0,0-1 0,0 1 0,0 0 0,0-1 0,0 1 0,0 0 0,0-1 0,0 1 0,0 0 0,0-1 0,0 1 0,0 0 0,-1-1 0,1 1 0,0 0 0,0-1 0,0 1 0,0 0 0,0 0 0,-1-1 0,1 1 0,0 0 0,0-1 0,0 1 0,-1 0 0,1 0 0,0 0 0,0-1 0,-1 1 0,1 0 0,0 0 0,-1 0 0,1 0 0,0-1 0,-1 1 0,-10-5 0,0 1 0,0 0 0,0 1 0,-1 0 0,-22-3 0,19 3 0,-336-36 0,84 13 0,-145-41 0,152 22 0,179 36 0,-1 4 0,-110 7 0,56 0 0,129-2 0,-1 0 0,1 1 0,0 0 0,-1 0 0,-11 4 0,17-4 0,0 0 0,0-1 0,1 1 0,-1 0 0,0 0 0,1 0 0,-1 0 0,0 0 0,1 0 0,-1 0 0,1 1 0,0-1 0,-1 1 0,1-1 0,0 1 0,0-1 0,0 1 0,0 0 0,0-1 0,0 1 0,0 0 0,1 0 0,-1 0 0,1 0 0,-1-1 0,1 4 0,0-4 0,0 1 0,0-1 0,1 1 0,-1-1 0,1 1 0,-1-1 0,1 1 0,0-1 0,0 1 0,-1-1 0,1 0 0,0 1 0,0-1 0,0 0 0,1 0 0,-1 0 0,0 0 0,0 0 0,1 0 0,-1 0 0,0 0 0,1 0 0,-1-1 0,1 1 0,-1-1 0,1 1 0,-1-1 0,1 1 0,1-1 0,51 9 0,-51-8 0,278 1 0,-145-5 0,1 1 0,172 5 0,-276 2-1365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3:36:43.081"/>
    </inkml:context>
    <inkml:brush xml:id="br0">
      <inkml:brushProperty name="width" value="0.35" units="cm"/>
      <inkml:brushProperty name="height" value="0.35" units="cm"/>
      <inkml:brushProperty name="color" value="#FFFFFF"/>
    </inkml:brush>
  </inkml:definitions>
  <inkml:trace contextRef="#ctx0" brushRef="#br0">0 62 24575,'2944'0'0,"-2926"-1"0,1-1 0,-1-1 0,0-1 0,0-1 0,22-8 0,-16 5 0,48-9 0,-2 10 28,140 6 0,-108 3-1449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3:36:49.180"/>
    </inkml:context>
    <inkml:brush xml:id="br0">
      <inkml:brushProperty name="width" value="0.35" units="cm"/>
      <inkml:brushProperty name="height" value="0.35" units="cm"/>
      <inkml:brushProperty name="color" value="#FFFFFF"/>
    </inkml:brush>
  </inkml:definitions>
  <inkml:trace contextRef="#ctx0" brushRef="#br0">1 13732 24575,'1301'0'0,"-1032"-15"0,-11-1 0,-234 15 0,0 0 0,0-2 0,0-1 0,0-2 0,-1 0 0,0-1 0,0-1 0,-1-1 0,28-15 0,-24 11 0,2 1 0,0 1 0,0 1 0,1 2 0,35-6 0,-14 8 0,0 1 0,66 3 0,-45 3 0,100-12 0,-138 7 0,6 0 0,1-3 0,70-20 0,-73 17 0,-1 1 0,1 2 0,0 1 0,43 0 0,-76 5 0,94-11 0,-56 5 0,48 0 0,82-9 0,0 1 0,-18 0 0,-1 0 0,230 16 0,-376-2 0,0 1 0,-1 1 0,1-1 0,0 1 0,0 0 0,0 1 0,0-1 0,10 5 0,-15-4 0,1 0 0,0 0 0,-1 0 0,1 0 0,-1 0 0,0 0 0,0 1 0,0-1 0,0 1 0,0-1 0,0 1 0,-1 0 0,1 0 0,-1 0 0,0 0 0,0 0 0,0 0 0,0 0 0,0 0 0,0 6 0,3 32 0,-2 0 0,-2 1 0,-5 41 0,0 18 0,5-79 0,1-10 0,-1 0 0,-1 0 0,0 0 0,-3 12 0,3-20 0,0 0 0,-1 0 0,1-1 0,-1 1 0,0-1 0,0 1 0,0-1 0,-1 1 0,1-1 0,-1 0 0,0 0 0,1 0 0,-1-1 0,0 1 0,-7 4 0,-2-1 0,1 0 0,-1-1 0,0 0 0,0-1 0,0 0 0,-1-1 0,1 0 0,-24 2 0,-7-3 0,-55-4 0,33-1 0,-497 2 0,321 1 0,192 3 0,0 2 0,1 2 0,-69 20 0,15-4 0,3-3 0,-1-4 0,-1-4 0,-113-2 0,-1137-15 0,743 7 0,571-4 0,-60-10 0,1-1 0,85 13 0,0-1 0,0 0 0,-1-1 0,1-1 0,-20-6 0,27 7 0,1 0 0,0 0 0,-1 0 0,1 0 0,0-1 0,0 1 0,1-1 0,-1 1 0,0-1 0,1 0 0,0 0 0,0-1 0,0 1 0,0 0 0,0-1 0,0 1 0,1-1 0,0 1 0,0-1 0,0 0 0,-1-4 0,-1-21 0,0 0 0,2 0 0,4-45 0,-1 19 0,14-264 0,0-12 0,-13-1031 0,-5 687 0,2-1616 0,-1 2245 0,3 1 0,13-78 0,-12 107 0,1 1 0,0 0 0,1 1 0,0-1 0,2 1 0,0 0 0,0 0 0,1 1 0,1 0 0,0 0 0,20-21 0,-10 18 0,0 0 0,2 1 0,0 0 0,39-19 0,99-35 0,-109 49 0,423-145 0,-117 45 0,-262 84 0,91-51 0,-138 62 0,-1-2 0,-2-3 0,69-58 0,-94 69 0,-1 0 0,0-2 0,-2 0 0,0-1 0,-2 0 0,19-38 0,52-153 0,-29 67 0,-20 52 0,30-119 0,8-103 0,-25 99 0,63-303 0,-83 379 0,40-137 0,-2 13 0,-54 196 0,9-135 0,-20 29 0,-3 91 0,3 0 0,22-134 0,-14 165 0,67-300 0,-53 261 0,65-157 0,-27 112 0,77-266 0,11-168 0,-58 152 0,-73 311 0,-4 0 0,0-199 0,-11 217 0,18-103 0,1-11 0,-15-383 64,-10 370-1493,2 141-5397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3:36:54.878"/>
    </inkml:context>
    <inkml:brush xml:id="br0">
      <inkml:brushProperty name="width" value="0.35" units="cm"/>
      <inkml:brushProperty name="height" value="0.35" units="cm"/>
      <inkml:brushProperty name="color" value="#FFFFFF"/>
    </inkml:brush>
  </inkml:definitions>
  <inkml:trace contextRef="#ctx0" brushRef="#br0">4295 1 24575,'-2726'0'0,"2716"0"0,-1 0 0,1 1 0,0 1 0,-1 0 0,1 0 0,0 1 0,0 0 0,1 1 0,-1 0 0,1 1 0,-1 0 0,-7 6 0,4-4 0,0-1 0,0 0 0,0 0 0,-1-2 0,1 1 0,-1-2 0,-16 3 0,-8-2 0,-51-2 0,15 0 0,68-1 0,-1 0 0,0 0 0,1 1 0,0 0 0,-1 0 0,1 1 0,0 0 0,0 0 0,1 0 0,-1 1 0,0 0 0,-7 7 0,7-6 0,-1 0 0,0 0 0,0-1 0,0 0 0,0 0 0,-1 0 0,1-1 0,-9 2 0,-25 1 0,0-1 0,1-3 0,-83-5 0,32 0 0,-522 3-1365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4:51.131"/>
    </inkml:context>
    <inkml:brush xml:id="br0">
      <inkml:brushProperty name="width" value="0.35" units="cm"/>
      <inkml:brushProperty name="height" value="0.35" units="cm"/>
      <inkml:brushProperty name="color" value="#FFFFFF"/>
    </inkml:brush>
  </inkml:definitions>
  <inkml:trace contextRef="#ctx0" brushRef="#br0">0 92 24575,'155'-7'0,"189"-32"0,83-6 0,-50 45 0,-158 2 0,2590-2 0,-2801 0-195,1 0 0,-1 1 0,0 0 0,0 0 0,1 1 0,12 4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4:56.419"/>
    </inkml:context>
    <inkml:brush xml:id="br0">
      <inkml:brushProperty name="width" value="0.35" units="cm"/>
      <inkml:brushProperty name="height" value="0.35" units="cm"/>
      <inkml:brushProperty name="color" value="#FFFFFF"/>
    </inkml:brush>
  </inkml:definitions>
  <inkml:trace contextRef="#ctx0" brushRef="#br0">4466 1 24575,'-4'6'0,"0"0"0,0 1 0,0 0 0,1 0 0,0 0 0,0 0 0,-3 13 0,3-9 0,2-7 0,-5 15 0,0-1 0,-1 1 0,0-1 0,-2 0 0,0-1 0,-1 0 0,-15 19 0,-68 98 0,88-129 0,1-1 0,-1 0 0,0 0 0,0 0 0,-1 0 0,1-1 0,-1 0 0,0 0 0,1-1 0,-1 0 0,0 0 0,-1 0 0,1 0 0,-9 0 0,-3 0 0,0-1 0,-1 0 0,-32-5 0,35 1 0,0-1 0,1 0 0,-1-2 0,1 1 0,0-2 0,-20-12 0,-30-12 0,43 21 0,0 2 0,-1 0 0,0 2 0,0 0 0,0 2 0,-35-2 0,-398 6 0,188 2 0,-1224-2 0,1444-2 0,-63-11 0,-36-2 0,3 16 0,-57-2 0,81-13 0,-27-2 0,100 16 0,31 1 0,-1-1 0,0 0 0,0-1 0,1-1 0,-1-1 0,1 0 0,0-1 0,-18-7 0,13 3 0,0 0 0,-1 2 0,1 1 0,-1 0 0,-33-1 0,9 3 0,-73 6 0,124-2-47,-1 1 0,0-1 0,0 1 0,0-1 0,0 2 0,6 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5:00.097"/>
    </inkml:context>
    <inkml:brush xml:id="br0">
      <inkml:brushProperty name="width" value="0.35" units="cm"/>
      <inkml:brushProperty name="height" value="0.35" units="cm"/>
      <inkml:brushProperty name="color" value="#FFFFFF"/>
    </inkml:brush>
  </inkml:definitions>
  <inkml:trace contextRef="#ctx0" brushRef="#br0">1 77 24554,'3977'0'0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5:03.58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6:58.924"/>
    </inkml:context>
    <inkml:brush xml:id="br0">
      <inkml:brushProperty name="width" value="0.35" units="cm"/>
      <inkml:brushProperty name="height" value="0.35" units="cm"/>
      <inkml:brushProperty name="color" value="#FFFFFF"/>
    </inkml:brush>
  </inkml:definitions>
  <inkml:trace contextRef="#ctx0" brushRef="#br0">515 514 24567,'-514'-257'0,"1028"0"0,-1028 514 0,4820-257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6:51.009"/>
    </inkml:context>
    <inkml:brush xml:id="br0">
      <inkml:brushProperty name="width" value="0.35" units="cm"/>
      <inkml:brushProperty name="height" value="0.35" units="cm"/>
      <inkml:brushProperty name="color" value="#FFFFFF"/>
    </inkml:brush>
  </inkml:definitions>
  <inkml:trace contextRef="#ctx0" brushRef="#br0">1 0 24575,'3869'0'0,"-3847"1"0,0 1 0,0 1 0,0 0 0,-1 2 0,1 1 0,-1 0 0,34 16 0,-52-20 0,1 1 0,0-1 0,-1 1 0,0-1 0,1 1 0,-1 0 0,0 0 0,-1 1 0,1-1 0,0 1 0,-1-1 0,0 1 0,0 0 0,0 0 0,0 0 0,-1 0 0,1 0 0,-1 0 0,0 0 0,-1 0 0,1 7 0,2 12 0,-2-1 0,-4 45 0,2-36 0,2-18 0,0-1 0,1 1 0,1-1 0,0 0 0,1 1 0,0-2 0,1 1 0,8 14 0,6 19 0,-7-14-1365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6:51.79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6:54.183"/>
    </inkml:context>
    <inkml:brush xml:id="br0">
      <inkml:brushProperty name="width" value="0.35" units="cm"/>
      <inkml:brushProperty name="height" value="0.35" units="cm"/>
      <inkml:brushProperty name="color" value="#FFFFFF"/>
    </inkml:brush>
  </inkml:definitions>
  <inkml:trace contextRef="#ctx0" brushRef="#br0">4663 279 24575,'-109'5'0,"-201"36"0,164-17 0,-31 0 0,-330 2 0,-250-29 0,411 5 0,298 0 0,-63 11 0,-36 2 0,-590-13 0,354-5 0,-380 3 0,756 1 0,-1-1 0,0-1 0,0 0 0,0 0 0,1 0 0,-1-1 0,0 0 0,-8-4 0,13 4 0,0 1 0,1-1 0,-1 0 0,0 0 0,0 0 0,1-1 0,-1 1 0,1 0 0,0-1 0,0 0 0,0 0 0,0 1 0,0-1 0,1 0 0,-1 0 0,1-1 0,0 1 0,0 0 0,0 0 0,0-1 0,0-4 0,1 2 0,0 0 0,1 0 0,0-1 0,0 1 0,0 0 0,1 0 0,0 0 0,0 0 0,0 0 0,1 0 0,0 1 0,4-8 0,14-32 0,-15 17-91,-1 1 0,-2-1 0,-1 0 0,0 0 0,-4-28 0,2 30-728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07:02.281"/>
    </inkml:context>
    <inkml:brush xml:id="br0">
      <inkml:brushProperty name="width" value="0.35" units="cm"/>
      <inkml:brushProperty name="height" value="0.35" units="cm"/>
      <inkml:brushProperty name="color" value="#FFFFFF"/>
    </inkml:brush>
  </inkml:definitions>
  <inkml:trace contextRef="#ctx0" brushRef="#br0">0 0 24575,'1307'0'-1365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3:35:17.61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1:51.604"/>
    </inkml:context>
    <inkml:brush xml:id="br0">
      <inkml:brushProperty name="width" value="0.35" units="cm"/>
      <inkml:brushProperty name="height" value="0.35" units="cm"/>
      <inkml:brushProperty name="color" value="#FFFFFF"/>
    </inkml:brush>
  </inkml:definitions>
  <inkml:trace contextRef="#ctx0" brushRef="#br0">1316 0 24575,'-1316'0'0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2:00.89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1:42.00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1:43.00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1:45.770"/>
    </inkml:context>
    <inkml:brush xml:id="br0">
      <inkml:brushProperty name="width" value="0.35" units="cm"/>
      <inkml:brushProperty name="height" value="0.35" units="cm"/>
      <inkml:brushProperty name="color" value="#FFFFFF"/>
    </inkml:brush>
  </inkml:definitions>
  <inkml:trace contextRef="#ctx0" brushRef="#br0">1891 217 24575,'95'24'0,"-29"-10"0,818 258-1773,-380-106 1224,-499-164 563,121 32 442,-110-30-393,0-2 1,1 0-1,-1-1 0,0 0 0,24-3 0,-33-1 306,-23 0 122,-35 0 122,-270-7-613,18-11-164,-1985-132-3021,2057 140 2728,-70-6 88,283 18 661,0-2 0,0 0 0,0 0 0,1-2 0,-31-12 0,45 16-200,-1-1 0,0 0 0,1 0 0,0-1 0,-1 1 1,1-1-1,0 0 0,0 1 0,0-1 0,1 0 0,-1-1 0,1 1 1,-3-4-1,4 4-54,0 0 0,0 0 1,0 0-1,1 0 1,-1 0-1,1 0 0,0 0 1,-1-1-1,1 1 0,1 0 1,-1 0-1,0 0 1,1 0-1,0 0 0,0 0 1,0 0-1,0 0 0,0 0 1,2-4-1,0 3-17,0 1-1,-1-1 0,1 0 1,0 1-1,1 0 0,-1-1 1,0 1-1,1 1 0,0-1 1,0 0-1,0 1 0,0 0 1,0 0-1,0 0 0,1 1 1,-1-1-1,6 0 0,29-9-20,0 3 0,72-7 0,-82 12 0,861-135-850,-40 6 59,-805 126 820,-6 0 185,0 2 0,0 1-1,78 6 1,-196 1 543,-95-3-757,1447-1 0,-1262 0 0,48 3 0,-57-3 0,0 0 0,0 0 0,-1 0 0,1 1 0,0-1 0,0 1 0,-1-1 0,1 1 0,0 0 0,-1 0 0,1-1 0,-1 1 0,1 0 0,-1 0 0,1 1 0,-1-1 0,0 0 0,0 0 0,1 1 0,-1-1 0,0 1 0,0-1 0,0 1 0,-1-1 0,1 1 0,1 2 0,-2-3 0,0 1 0,0 0 0,-1 0 0,1-1 0,0 1 0,-1 0 0,1 0 0,-1-1 0,1 1 0,-1-1 0,0 1 0,0 0 0,0-1 0,1 1 0,-2-1 0,1 0 0,0 1 0,0-1 0,0 0 0,-1 0 0,-2 2 0,-38 25 0,40-27 0,-61 30 0,-120 42 0,104-44 0,-211 73 0,215-80 0,-151 25 0,226-47 0,0 0 0,0 0 0,0 0 0,0 0 0,0 0 0,0 0 0,0 0 0,1 0 0,-1 1 0,0-1 0,0 0 0,0 0 0,0 0 0,0 0 0,0 0 0,0 0 0,0 0 0,0 1 0,0-1 0,0 0 0,0 0 0,0 0 0,0 0 0,0 0 0,-1 0 0,1 0 0,0 0 0,0 1 0,0-1 0,0 0 0,0 0 0,0 0 0,0 0 0,0 0 0,0 0 0,0 0 0,0 0 0,0 0 0,0 0 0,-1 0 0,1 0 0,0 1 0,0-1 0,0 0 0,0 0 0,0 0 0,0 0 0,0 0 0,0 0 0,-1 0 0,20 6 0,33 7 0,51 6 0,1-4 0,1-5 0,0-4 0,0-5 0,0-5 0,186-29 0,-205 19 0,-85 14 0,0 0 0,0 0 0,0-1 0,0 1 0,0 0 0,0 0 0,0 0 0,0 1 0,0-1 0,1 0 0,-1 0 0,0 0 0,0 1 0,0-1 0,0 1 0,0-1 0,-1 1 0,1-1 0,0 1 0,0-1 0,1 2 0,-2-1 0,0-1 0,1 1 0,-1 0 0,0 0 0,0-1 0,0 1 0,0 0 0,0 0 0,0-1 0,0 1 0,0 0 0,-1 0 0,1-1 0,0 1 0,0 0 0,-1-1 0,1 1 0,0 0 0,-1-1 0,1 1 0,0 0 0,-2 0 0,-2 4 0,0 1 0,-1-1 0,1 0 0,-2-1 0,-7 7 0,2-4 0,-1 0 0,0-1 0,-14 6 0,-13 5 0,39-17 0,0 0 0,0 0 0,-1 0 0,1 0 0,0 0 0,0 0 0,0 0 0,-1 0 0,1 0 0,0 0 0,0 0 0,0 0 0,-1 0 0,1 0 0,0 0 0,0 0 0,0 1 0,0-1 0,-1 0 0,1 0 0,0 0 0,0 0 0,0 0 0,0 1 0,0-1 0,-1 0 0,1 0 0,0 0 0,0 0 0,0 1 0,0-1 0,0 0 0,0 0 0,0 0 0,0 1 0,0-1 0,0 0 0,0 0 0,0 0 0,0 1 0,0-1 0,0 0 0,0 0 0,0 0 0,0 1 0,0-1 0,0 0 0,0 0 0,0 0 0,0 0 0,0 1 0,0-1 0,0 0 0,1 0 0,14 4 0,24-3 0,5-2 0,-1-1 0,1-3 0,61-14 0,-13-4 0,-1-4 0,87-39 0,-141 51 0,0 1 0,1 3 0,1 1 0,0 1 0,0 3 0,0 1 0,1 2 0,53 2 0,61 3 0,-152-2 0,0 0 0,0 0 0,0 0 0,0 0 0,0-1 0,-1 1 0,1-1 0,0 1 0,0-1 0,0 0 0,0 0 0,-1 1 0,1-1 0,0-1 0,-1 1 0,1 0 0,-1 0 0,1-1 0,-1 1 0,0 0 0,2-3 0,-2 2 0,-1 1 0,0 0 0,0-1 0,1 1 0,-1 0 0,0-1 0,0 1 0,0-1 0,-1 1 0,1 0 0,0-1 0,0 1 0,-1 0 0,1-1 0,-1 1 0,1 0 0,-1-1 0,0 1 0,1 0 0,-1 0 0,0 0 0,0 0 0,0 0 0,0 0 0,0 0 0,0 0 0,0 0 0,0 0 0,0 0 0,-2-1 0,-21-12-1365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04:12:05.588"/>
    </inkml:context>
    <inkml:brush xml:id="br0">
      <inkml:brushProperty name="width" value="0.35" units="cm"/>
      <inkml:brushProperty name="height" value="0.35" units="cm"/>
      <inkml:brushProperty name="color" value="#FFFFFF"/>
    </inkml:brush>
  </inkml:definitions>
  <inkml:trace contextRef="#ctx0" brushRef="#br0">4324 952 24575,'-7'-2'0,"0"0"0,0-1 0,0 0 0,0 0 0,0 0 0,-10-8 0,11 8 0,-4-4 0,1 0 0,-1 0 0,1-1 0,1 0 0,0-1 0,0 0 0,0 0 0,1-1 0,1 0 0,-1 0 0,2 0 0,-1-1 0,-3-11 0,1-1 0,1 0 0,1-1 0,0 1 0,2-1 0,-1-38 0,4 58 0,1 0 0,-1 0 0,1 0 0,1 0 0,-1 1 0,0-1 0,1 0 0,0 0 0,0 0 0,0 0 0,0 0 0,1 1 0,-1-1 0,1 0 0,0 1 0,0-1 0,0 1 0,1 0 0,-1 0 0,1 0 0,0 0 0,0 0 0,0 1 0,0-1 0,0 1 0,0 0 0,1 0 0,-1 0 0,1 0 0,0 0 0,-1 1 0,1 0 0,0 0 0,0 0 0,0 0 0,4 0 0,16-2 0,1 1 0,-1 2 0,1 0 0,26 4 0,-48-4 0,0 1 0,0-1 0,0 1 0,0-1 0,0 1 0,0 0 0,0 0 0,0 1 0,0-1 0,0 1 0,-1-1 0,1 1 0,-1 0 0,1 0 0,-1 0 0,1 0 0,-1 0 0,0 0 0,0 1 0,0-1 0,-1 1 0,1 0 0,0-1 0,-1 1 0,0 0 0,0 0 0,0 0 0,0 0 0,0 0 0,0 0 0,-1 0 0,1 0 0,-1 0 0,0 4 0,0 5 0,-1 0 0,-1-1 0,0 1 0,0-1 0,-1 1 0,0-1 0,-9 19 0,3-7 0,2 1 0,-7 33 0,7-29 0,3-14 0,-2-1 0,0 0 0,0 0 0,-1 0 0,-1-1 0,0 0 0,-10 11 0,-16 25 0,23-32 0,0-1 0,-1 0 0,-1 0 0,-26 21 0,-63 42 0,86-69 0,-1-1 0,0 0 0,0-2 0,0 0 0,-1-1 0,0 0 0,0-2 0,-22 2 0,19-1 0,-46 3 0,1-2 0,-1-4 0,-66-6 0,122 4 0,0 0 0,1-1 0,-1 0 0,1 0 0,0-1 0,-1 0 0,2-1 0,-1 0 0,0-1 0,1 0 0,0-1 0,-10-7 0,13 8 0,1 0 0,-1-1 0,1 1 0,0-1 0,1-1 0,-1 1 0,1-1 0,0 0 0,1 0 0,0 0 0,0 0 0,0 0 0,1-1 0,0 1 0,1-1 0,-1 0 0,1-8 0,3-201 0,2 84 0,-3 109 0,1 0 0,2 0 0,0 0 0,1 0 0,1 1 0,2 0 0,0 0 0,1 1 0,1 0 0,16-25 0,-12 30 0,-1 0 0,2 0 0,22-18 0,2-4 0,-5 7 0,69-51 0,15-13 0,-107 86 0,0 1 0,0 0 0,1 0 0,0 1 0,20-9 0,-29 15 0,-1 1 0,1-1 0,0 1 0,1 0 0,-1 0 0,0 0 0,0 0 0,0 1 0,1-1 0,-1 1 0,0 0 0,0 0 0,1 0 0,-1 0 0,0 0 0,1 1 0,-1 0 0,0-1 0,0 1 0,0 0 0,0 1 0,0-1 0,0 0 0,0 1 0,0 0 0,0 0 0,-1 0 0,1 0 0,4 5 0,11 17 0,-1 2 0,21 42 0,-22-38 0,27 40 0,-36-60 0,1 0 0,0-1 0,1 0 0,0-1 0,0 0 0,1 0 0,18 11 0,-7-9 0,39 15 0,-10-5 0,-46-18 0,-1-1 0,1 1 0,-1 0 0,1 1 0,-1-1 0,0 1 0,0-1 0,0 1 0,0 0 0,-1 0 0,1 1 0,-1-1 0,0 0 0,0 1 0,0-1 0,0 1 0,0 0 0,-1-1 0,0 1 0,0 0 0,0 0 0,0 0 0,0 0 0,-1 0 0,0 0 0,0 0 0,0 6 0,-1-3 0,0 0 0,0 0 0,-1-1 0,0 1 0,0 0 0,0-1 0,-1 0 0,0 1 0,0-1 0,-1 0 0,1-1 0,-1 1 0,-1-1 0,1 1 0,-7 5 0,-6 1 0,0 0 0,-1-2 0,0 0 0,-1-1 0,0-1 0,-23 7 0,-9 4 0,10-1 0,-102 36 0,120-47 0,0-1 0,-1-1 0,0-1 0,-32 2 0,7-7 0,43 1 0,31-1 0,10 1 0,-21 0 0,0 1 0,-1-2 0,1 0 0,-1-1 0,19-4 0,-28 5 0,-1 0 0,1-1 0,-1 0 0,1 1 0,-1-1 0,0-1 0,1 1 0,-1 0 0,0-1 0,-1 1 0,1-1 0,0 0 0,-1 0 0,1 0 0,-1 0 0,0-1 0,0 1 0,0-1 0,-1 1 0,1-1 0,-1 1 0,0-1 0,1-6 0,2-18 0,-1 1 0,-2-1 0,0 0 0,-5-37 0,1 8 0,3 51 0,-1 0 0,1 0 0,-1 0 0,0 0 0,0 0 0,-1 0 0,0 1 0,0-1 0,0 1 0,-6-11 0,5 13 0,0 0 0,1 0 0,-1 0 0,0 0 0,0 0 0,-1 1 0,1 0 0,0-1 0,-1 1 0,1 1 0,-1-1 0,0 0 0,0 1 0,0 0 0,0 0 0,0 0 0,-5-1 0,-33-2 0,0 2 0,-81 7 0,19 0 0,-590-4 0,355-2 0,294 3 0,-66 12 0,-36 2 0,129-14 0,0 0 0,0 2 0,1 0 0,0 0 0,-18 9 0,15-6 0,0 0 0,-1-2 0,-29 5 0,12-7 0,2 0 0,0 1 0,-42 11 0,39-4 0,1-3 0,-1-1 0,-77 4 0,-74 3 0,-7 0 0,-226-13 0,188-2 0,215 0 0,0 0 0,1-1 0,-1-1 0,0-1 0,1-1 0,0-1 0,0 0 0,0-1 0,1-1 0,0-1 0,-30-20 0,33 21 49,0 0 0,0 1 0,-1 0-1,0 1 1,-1 1 0,-23-4 0,-4 2-903,-53-3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2:39:35.384"/>
    </inkml:context>
    <inkml:brush xml:id="br0">
      <inkml:brushProperty name="width" value="0.35" units="cm"/>
      <inkml:brushProperty name="height" value="0.35" units="cm"/>
      <inkml:brushProperty name="color" value="#FFFFFF"/>
    </inkml:brush>
  </inkml:definitions>
  <inkml:trace contextRef="#ctx0" brushRef="#br0">0 1 24575,'56'3'0,"-1"2"0,0 3 0,58 16 0,69 11 0,-1-21 0,234-12 0,-190-5 0,1615 3 0,-1806-2 0,0-1 0,46-11 0,-39 6 0,7-1 0,-5 0 0,0 2 0,51-1 0,444 9-1365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2:39:38.563"/>
    </inkml:context>
    <inkml:brush xml:id="br0">
      <inkml:brushProperty name="width" value="0.35" units="cm"/>
      <inkml:brushProperty name="height" value="0.35" units="cm"/>
      <inkml:brushProperty name="color" value="#FFFFFF"/>
    </inkml:brush>
  </inkml:definitions>
  <inkml:trace contextRef="#ctx0" brushRef="#br0">4347 1 24575,'-1799'0'0,"1778"1"0,0 1 0,0 2 0,1 0 0,-1 1 0,-20 9 0,16-6 0,0-1 0,-49 7 0,-17-8 0,42-4 0,-57 10 0,14 4 0,0-3 0,-127 0 0,-433-14 0,601 3 0,1 2 0,-80 18 0,104-15 0,-32 13 0,37-12 0,0-1 0,-40 8 0,-11-8 0,0-4 0,-82-5 0,28-1 0,103 4 0,-36-2 0,56 1 0,0 0 0,-1-1 0,1 1 0,0-1 0,0 0 0,0 0 0,0 0 0,0 0 0,0-1 0,0 1 0,0-1 0,0 0 0,-4-4 0,6 6-85,1-1 0,-1 0-1,0 0 1,1 0 0,-1 0-1,1 0 1,-1 0 0,1 0-1,0 0 1,-1 0 0,1 0-1,0 0 1,0 0 0,0 0-1,0-2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2:39:43.677"/>
    </inkml:context>
    <inkml:brush xml:id="br0">
      <inkml:brushProperty name="width" value="0.35" units="cm"/>
      <inkml:brushProperty name="height" value="0.35" units="cm"/>
      <inkml:brushProperty name="color" value="#FFFFFF"/>
    </inkml:brush>
  </inkml:definitions>
  <inkml:trace contextRef="#ctx0" brushRef="#br0">255 4 24575,'174'0'0,"181"23"0,-318-18 0,84 11 0,163 1 0,-255-15 0,-1 0 0,36 8 0,37 3 0,362-10 0,-239-5 0,278 2 0,-473-2 0,-1 0 0,35-9 0,-29 5 0,36-2 0,-42 7 0,-4 0 0,0 0 0,0-1 0,0-2 0,45-12 0,-36 6 0,1 1 0,1 2 0,-1 2 0,47-3 0,144 9 0,-92 2 0,593-3 0,-717 0 0,0 0 0,0 0 0,0 1 0,0 1 0,15 3 0,-20-3 0,0 0 0,0 0 0,0 0 0,0 0 0,-1 0 0,1 1 0,-1 0 0,1 0 0,-1 0 0,0 0 0,0 0 0,-1 1 0,1-1 0,2 6 0,25 38 0,-1 3 0,41 103 0,-65-138 0,-1-1 0,-1 1 0,0 0 0,-1 0 0,0 0 0,-2 0 0,0 1 0,0-1 0,-1 0 0,-1 0 0,-1 0 0,0 0 0,-6 17 0,6-27 0,1-1 0,-1 0 0,1 0 0,-1 0 0,0 0 0,0-1 0,-1 1 0,1-1 0,-1 0 0,0 0 0,0 0 0,0 0 0,0-1 0,0 1 0,-1-1 0,1 0 0,-1 0 0,-6 1 0,-8 2 0,-1-2 0,-1 0 0,-24 1 0,-19 2 0,-22 4 0,0-3 0,-129-8 0,83-1 0,-1910 2 0,2011-2 0,0-1 0,1-2 0,-48-13 0,-48-8 0,-21 19 0,92 6 0,-69-9 0,56 2 0,-80 2 0,24 1 0,105 3 0,0 0 0,1-2 0,-1 0 0,1-1 0,1-1 0,-1-1 0,1 0 0,0-1 0,0-1 0,-23-17 0,30 19 0,-1 2 0,1 0 0,-1 0 0,0 1 0,0 0 0,-1 1 0,1 0 0,-1 1 0,-16-1 0,-16 1 0,-53 3 0,46 1 0,6-1 171,-65-8 0,91 4-415,1 0 0,-1-1 0,1-1 0,1-1 1,-1-1-1,-19-10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2:39:50.470"/>
    </inkml:context>
    <inkml:brush xml:id="br0">
      <inkml:brushProperty name="width" value="0.35" units="cm"/>
      <inkml:brushProperty name="height" value="0.35" units="cm"/>
      <inkml:brushProperty name="color" value="#FFFFFF"/>
    </inkml:brush>
  </inkml:definitions>
  <inkml:trace contextRef="#ctx0" brushRef="#br0">596 1 24575,'-5'0'0,"-7"0"0,-7 0 0,-14 0 0,-8 0 0,-2 0 0,-3 0 0,1 0 0,3 0 0,3 0 0,-1 0 0,0 0 0,3 0 0,-3 0 0,0 0 0,2 0 0,2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3:34:58.718"/>
    </inkml:context>
    <inkml:brush xml:id="br0">
      <inkml:brushProperty name="width" value="0.35" units="cm"/>
      <inkml:brushProperty name="height" value="0.35" units="cm"/>
      <inkml:brushProperty name="color" value="#FFFFFF"/>
    </inkml:brush>
  </inkml:definitions>
  <inkml:trace contextRef="#ctx0" brushRef="#br0">1 59 24575,'2634'0'0,"-2613"-2"-170,0-1-1,0-2 0,0 0 1,-1-1-1,0-1 0,0 0 1,28-17-1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374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png"/><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3.png"/><Relationship Id="rId10" Type="http://schemas.openxmlformats.org/officeDocument/2006/relationships/customXml" Target="../ink/ink6.xml"/><Relationship Id="rId4" Type="http://schemas.openxmlformats.org/officeDocument/2006/relationships/customXml" Target="../ink/ink1.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customXml" Target="../ink/ink11.xml"/><Relationship Id="rId5" Type="http://schemas.openxmlformats.org/officeDocument/2006/relationships/customXml" Target="../ink/ink8.xml"/><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customXml" Target="../ink/ink1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customXml" Target="../ink/ink13.xml"/><Relationship Id="rId5" Type="http://schemas.openxmlformats.org/officeDocument/2006/relationships/image" Target="../media/image80.png"/><Relationship Id="rId4" Type="http://schemas.openxmlformats.org/officeDocument/2006/relationships/customXml" Target="../ink/ink12.xml"/></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customXml" Target="../ink/ink15.xml"/><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8.png"/><Relationship Id="rId17" Type="http://schemas.openxmlformats.org/officeDocument/2006/relationships/image" Target="../media/image21.png"/><Relationship Id="rId2" Type="http://schemas.openxmlformats.org/officeDocument/2006/relationships/notesSlide" Target="../notesSlides/notesSlide4.xml"/><Relationship Id="rId16"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13.svg"/><Relationship Id="rId11" Type="http://schemas.openxmlformats.org/officeDocument/2006/relationships/customXml" Target="../ink/ink14.xml"/><Relationship Id="rId5" Type="http://schemas.openxmlformats.org/officeDocument/2006/relationships/image" Target="../media/image12.png"/><Relationship Id="rId15" Type="http://schemas.openxmlformats.org/officeDocument/2006/relationships/customXml" Target="../ink/ink16.xml"/><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customXml" Target="../ink/ink19.xml"/><Relationship Id="rId13" Type="http://schemas.openxmlformats.org/officeDocument/2006/relationships/image" Target="../media/image24.png"/><Relationship Id="rId3" Type="http://schemas.openxmlformats.org/officeDocument/2006/relationships/customXml" Target="../ink/ink17.xml"/><Relationship Id="rId7" Type="http://schemas.openxmlformats.org/officeDocument/2006/relationships/image" Target="../media/image210.png"/><Relationship Id="rId12"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customXml" Target="../ink/ink18.xml"/><Relationship Id="rId11" Type="http://schemas.openxmlformats.org/officeDocument/2006/relationships/image" Target="../media/image3.png"/><Relationship Id="rId5" Type="http://schemas.openxmlformats.org/officeDocument/2006/relationships/image" Target="../media/image200.png"/><Relationship Id="rId10" Type="http://schemas.openxmlformats.org/officeDocument/2006/relationships/customXml" Target="../ink/ink20.xml"/><Relationship Id="rId9" Type="http://schemas.openxmlformats.org/officeDocument/2006/relationships/image" Target="../media/image22.png"/><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270.png"/><Relationship Id="rId13" Type="http://schemas.openxmlformats.org/officeDocument/2006/relationships/customXml" Target="../ink/ink24.xml"/><Relationship Id="rId18" Type="http://schemas.openxmlformats.org/officeDocument/2006/relationships/image" Target="../media/image260.png"/><Relationship Id="rId3" Type="http://schemas.openxmlformats.org/officeDocument/2006/relationships/image" Target="../media/image26.png"/><Relationship Id="rId12" Type="http://schemas.openxmlformats.org/officeDocument/2006/relationships/image" Target="../media/image3.png"/><Relationship Id="rId17" Type="http://schemas.openxmlformats.org/officeDocument/2006/relationships/customXml" Target="../ink/ink26.xml"/><Relationship Id="rId2" Type="http://schemas.openxmlformats.org/officeDocument/2006/relationships/notesSlide" Target="../notesSlides/notesSlide6.xml"/><Relationship Id="rId16" Type="http://schemas.openxmlformats.org/officeDocument/2006/relationships/image" Target="../media/image30.png"/><Relationship Id="rId20"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customXml" Target="../ink/ink21.xml"/><Relationship Id="rId11" Type="http://schemas.openxmlformats.org/officeDocument/2006/relationships/customXml" Target="../ink/ink23.xml"/><Relationship Id="rId5" Type="http://schemas.openxmlformats.org/officeDocument/2006/relationships/image" Target="../media/image28.png"/><Relationship Id="rId15" Type="http://schemas.openxmlformats.org/officeDocument/2006/relationships/customXml" Target="../ink/ink25.xml"/><Relationship Id="rId10" Type="http://schemas.openxmlformats.org/officeDocument/2006/relationships/image" Target="../media/image280.png"/><Relationship Id="rId19" Type="http://schemas.openxmlformats.org/officeDocument/2006/relationships/image" Target="../media/image31.png"/><Relationship Id="rId4" Type="http://schemas.openxmlformats.org/officeDocument/2006/relationships/image" Target="../media/image27.png"/><Relationship Id="rId9" Type="http://schemas.openxmlformats.org/officeDocument/2006/relationships/customXml" Target="../ink/ink22.xml"/><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image" Target="../media/image34.png"/><Relationship Id="rId3" Type="http://schemas.openxmlformats.org/officeDocument/2006/relationships/customXml" Target="../ink/ink27.xml"/><Relationship Id="rId7" Type="http://schemas.openxmlformats.org/officeDocument/2006/relationships/image" Target="../media/image3.png"/><Relationship Id="rId12" Type="http://schemas.openxmlformats.org/officeDocument/2006/relationships/customXml" Target="../ink/ink32.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customXml" Target="../ink/ink28.xml"/><Relationship Id="rId11" Type="http://schemas.openxmlformats.org/officeDocument/2006/relationships/image" Target="../media/image33.png"/><Relationship Id="rId5" Type="http://schemas.openxmlformats.org/officeDocument/2006/relationships/image" Target="../media/image320.png"/><Relationship Id="rId15" Type="http://schemas.openxmlformats.org/officeDocument/2006/relationships/image" Target="../media/image36.png"/><Relationship Id="rId10" Type="http://schemas.openxmlformats.org/officeDocument/2006/relationships/customXml" Target="../ink/ink31.xml"/><Relationship Id="rId9" Type="http://schemas.openxmlformats.org/officeDocument/2006/relationships/customXml" Target="../ink/ink30.xml"/><Relationship Id="rId1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customXml" Target="../ink/ink33.xml"/><Relationship Id="rId7" Type="http://schemas.openxmlformats.org/officeDocument/2006/relationships/customXml" Target="../ink/ink35.xml"/><Relationship Id="rId12"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10.xml"/><Relationship Id="rId6" Type="http://schemas.openxmlformats.org/officeDocument/2006/relationships/image" Target="../media/image380.png"/><Relationship Id="rId11" Type="http://schemas.openxmlformats.org/officeDocument/2006/relationships/customXml" Target="../ink/ink37.xml"/><Relationship Id="rId5" Type="http://schemas.openxmlformats.org/officeDocument/2006/relationships/customXml" Target="../ink/ink34.xml"/><Relationship Id="rId10" Type="http://schemas.openxmlformats.org/officeDocument/2006/relationships/image" Target="../media/image360.png"/><Relationship Id="rId4" Type="http://schemas.openxmlformats.org/officeDocument/2006/relationships/image" Target="../media/image370.png"/><Relationship Id="rId9" Type="http://schemas.openxmlformats.org/officeDocument/2006/relationships/customXml" Target="../ink/ink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691527"/>
            <a:ext cx="7556421" cy="1417558"/>
          </a:xfrm>
          <a:prstGeom prst="rect">
            <a:avLst/>
          </a:prstGeom>
          <a:noFill/>
          <a:ln/>
        </p:spPr>
        <p:txBody>
          <a:bodyPr wrap="square" lIns="0" tIns="0" rIns="0" bIns="0" rtlCol="0" anchor="t"/>
          <a:lstStyle/>
          <a:p>
            <a:pPr>
              <a:lnSpc>
                <a:spcPts val="5550"/>
              </a:lnSpc>
            </a:pPr>
            <a:r>
              <a:rPr lang="en-IN" sz="48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ScreenSense:Kids</a:t>
            </a:r>
            <a:r>
              <a:rPr lang="en-IN"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Screentime Visualization</a:t>
            </a:r>
            <a:endParaRPr lang="en-US" sz="44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Text 1"/>
          <p:cNvSpPr/>
          <p:nvPr/>
        </p:nvSpPr>
        <p:spPr>
          <a:xfrm>
            <a:off x="793790" y="7213962"/>
            <a:ext cx="7556421" cy="1088708"/>
          </a:xfrm>
          <a:prstGeom prst="rect">
            <a:avLst/>
          </a:prstGeom>
          <a:noFill/>
          <a:ln/>
        </p:spPr>
        <p:txBody>
          <a:bodyPr wrap="square" lIns="0" tIns="0" rIns="0" bIns="0" rtlCol="0" anchor="t"/>
          <a:lstStyle/>
          <a:p>
            <a:pPr marL="0" indent="0" algn="l">
              <a:lnSpc>
                <a:spcPts val="2850"/>
              </a:lnSpc>
              <a:buNone/>
            </a:pPr>
            <a:r>
              <a:rPr lang="en-US" sz="1750" dirty="0">
                <a:latin typeface="Times New Roman" panose="02020603050405020304" pitchFamily="18" charset="0"/>
                <a:cs typeface="Times New Roman" panose="02020603050405020304" pitchFamily="18" charset="0"/>
              </a:rPr>
              <a:t>By :Saurav Agrawal</a:t>
            </a:r>
          </a:p>
        </p:txBody>
      </p:sp>
      <p:grpSp>
        <p:nvGrpSpPr>
          <p:cNvPr id="7" name="Group 6">
            <a:extLst>
              <a:ext uri="{FF2B5EF4-FFF2-40B4-BE49-F238E27FC236}">
                <a16:creationId xmlns:a16="http://schemas.microsoft.com/office/drawing/2014/main" id="{415708F2-A946-E4EA-A3E4-3C603958602B}"/>
              </a:ext>
            </a:extLst>
          </p:cNvPr>
          <p:cNvGrpSpPr/>
          <p:nvPr/>
        </p:nvGrpSpPr>
        <p:grpSpPr>
          <a:xfrm>
            <a:off x="1731875" y="3388151"/>
            <a:ext cx="360" cy="360"/>
            <a:chOff x="1731875" y="3388151"/>
            <a:chExt cx="360" cy="36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4F5AD7F-362C-8A77-CED2-3DEDD2534C78}"/>
                    </a:ext>
                  </a:extLst>
                </p14:cNvPr>
                <p14:cNvContentPartPr/>
                <p14:nvPr/>
              </p14:nvContentPartPr>
              <p14:xfrm>
                <a:off x="1731875" y="3388151"/>
                <a:ext cx="360" cy="360"/>
              </p14:xfrm>
            </p:contentPart>
          </mc:Choice>
          <mc:Fallback xmlns="">
            <p:pic>
              <p:nvPicPr>
                <p:cNvPr id="5" name="Ink 4">
                  <a:extLst>
                    <a:ext uri="{FF2B5EF4-FFF2-40B4-BE49-F238E27FC236}">
                      <a16:creationId xmlns:a16="http://schemas.microsoft.com/office/drawing/2014/main" id="{94F5AD7F-362C-8A77-CED2-3DEDD2534C78}"/>
                    </a:ext>
                  </a:extLst>
                </p:cNvPr>
                <p:cNvPicPr/>
                <p:nvPr/>
              </p:nvPicPr>
              <p:blipFill>
                <a:blip r:embed="rId5"/>
                <a:stretch>
                  <a:fillRect/>
                </a:stretch>
              </p:blipFill>
              <p:spPr>
                <a:xfrm>
                  <a:off x="1668875" y="33255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4D80D30-7399-9F8D-49C2-566D4E616EB8}"/>
                    </a:ext>
                  </a:extLst>
                </p14:cNvPr>
                <p14:cNvContentPartPr/>
                <p14:nvPr/>
              </p14:nvContentPartPr>
              <p14:xfrm>
                <a:off x="1731875" y="3388151"/>
                <a:ext cx="360" cy="360"/>
              </p14:xfrm>
            </p:contentPart>
          </mc:Choice>
          <mc:Fallback xmlns="">
            <p:pic>
              <p:nvPicPr>
                <p:cNvPr id="6" name="Ink 5">
                  <a:extLst>
                    <a:ext uri="{FF2B5EF4-FFF2-40B4-BE49-F238E27FC236}">
                      <a16:creationId xmlns:a16="http://schemas.microsoft.com/office/drawing/2014/main" id="{74D80D30-7399-9F8D-49C2-566D4E616EB8}"/>
                    </a:ext>
                  </a:extLst>
                </p:cNvPr>
                <p:cNvPicPr/>
                <p:nvPr/>
              </p:nvPicPr>
              <p:blipFill>
                <a:blip r:embed="rId5"/>
                <a:stretch>
                  <a:fillRect/>
                </a:stretch>
              </p:blipFill>
              <p:spPr>
                <a:xfrm>
                  <a:off x="1668875" y="3325511"/>
                  <a:ext cx="126000" cy="126000"/>
                </a:xfrm>
                <a:prstGeom prst="rect">
                  <a:avLst/>
                </a:prstGeom>
              </p:spPr>
            </p:pic>
          </mc:Fallback>
        </mc:AlternateContent>
      </p:grpSp>
      <p:grpSp>
        <p:nvGrpSpPr>
          <p:cNvPr id="11" name="Group 10">
            <a:extLst>
              <a:ext uri="{FF2B5EF4-FFF2-40B4-BE49-F238E27FC236}">
                <a16:creationId xmlns:a16="http://schemas.microsoft.com/office/drawing/2014/main" id="{7D93ED1D-C4CA-04C2-DED3-1A4C2ED77CF8}"/>
              </a:ext>
            </a:extLst>
          </p:cNvPr>
          <p:cNvGrpSpPr/>
          <p:nvPr/>
        </p:nvGrpSpPr>
        <p:grpSpPr>
          <a:xfrm>
            <a:off x="3216155" y="3345671"/>
            <a:ext cx="360" cy="360"/>
            <a:chOff x="3216155" y="3345671"/>
            <a:chExt cx="360" cy="36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959380F-4B93-D939-6052-B77F8BF61DB1}"/>
                    </a:ext>
                  </a:extLst>
                </p14:cNvPr>
                <p14:cNvContentPartPr/>
                <p14:nvPr/>
              </p14:nvContentPartPr>
              <p14:xfrm>
                <a:off x="3216155" y="3345671"/>
                <a:ext cx="360" cy="360"/>
              </p14:xfrm>
            </p:contentPart>
          </mc:Choice>
          <mc:Fallback xmlns="">
            <p:pic>
              <p:nvPicPr>
                <p:cNvPr id="8" name="Ink 7">
                  <a:extLst>
                    <a:ext uri="{FF2B5EF4-FFF2-40B4-BE49-F238E27FC236}">
                      <a16:creationId xmlns:a16="http://schemas.microsoft.com/office/drawing/2014/main" id="{C959380F-4B93-D939-6052-B77F8BF61DB1}"/>
                    </a:ext>
                  </a:extLst>
                </p:cNvPr>
                <p:cNvPicPr/>
                <p:nvPr/>
              </p:nvPicPr>
              <p:blipFill>
                <a:blip r:embed="rId5"/>
                <a:stretch>
                  <a:fillRect/>
                </a:stretch>
              </p:blipFill>
              <p:spPr>
                <a:xfrm>
                  <a:off x="3153515" y="32826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66BC7C2B-1678-EADB-802C-09FF8865A03B}"/>
                    </a:ext>
                  </a:extLst>
                </p14:cNvPr>
                <p14:cNvContentPartPr/>
                <p14:nvPr/>
              </p14:nvContentPartPr>
              <p14:xfrm>
                <a:off x="3216155" y="3345671"/>
                <a:ext cx="360" cy="360"/>
              </p14:xfrm>
            </p:contentPart>
          </mc:Choice>
          <mc:Fallback xmlns="">
            <p:pic>
              <p:nvPicPr>
                <p:cNvPr id="9" name="Ink 8">
                  <a:extLst>
                    <a:ext uri="{FF2B5EF4-FFF2-40B4-BE49-F238E27FC236}">
                      <a16:creationId xmlns:a16="http://schemas.microsoft.com/office/drawing/2014/main" id="{66BC7C2B-1678-EADB-802C-09FF8865A03B}"/>
                    </a:ext>
                  </a:extLst>
                </p:cNvPr>
                <p:cNvPicPr/>
                <p:nvPr/>
              </p:nvPicPr>
              <p:blipFill>
                <a:blip r:embed="rId5"/>
                <a:stretch>
                  <a:fillRect/>
                </a:stretch>
              </p:blipFill>
              <p:spPr>
                <a:xfrm>
                  <a:off x="3153515" y="32826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F4C5E399-AB87-18A2-B15A-9495EB619B3E}"/>
                    </a:ext>
                  </a:extLst>
                </p14:cNvPr>
                <p14:cNvContentPartPr/>
                <p14:nvPr/>
              </p14:nvContentPartPr>
              <p14:xfrm>
                <a:off x="3216155" y="3345671"/>
                <a:ext cx="360" cy="360"/>
              </p14:xfrm>
            </p:contentPart>
          </mc:Choice>
          <mc:Fallback xmlns="">
            <p:pic>
              <p:nvPicPr>
                <p:cNvPr id="10" name="Ink 9">
                  <a:extLst>
                    <a:ext uri="{FF2B5EF4-FFF2-40B4-BE49-F238E27FC236}">
                      <a16:creationId xmlns:a16="http://schemas.microsoft.com/office/drawing/2014/main" id="{F4C5E399-AB87-18A2-B15A-9495EB619B3E}"/>
                    </a:ext>
                  </a:extLst>
                </p:cNvPr>
                <p:cNvPicPr/>
                <p:nvPr/>
              </p:nvPicPr>
              <p:blipFill>
                <a:blip r:embed="rId5"/>
                <a:stretch>
                  <a:fillRect/>
                </a:stretch>
              </p:blipFill>
              <p:spPr>
                <a:xfrm>
                  <a:off x="3153515" y="3282671"/>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7BB5A74F-B23B-A4A6-7FE9-71CAB31A6158}"/>
                  </a:ext>
                </a:extLst>
              </p14:cNvPr>
              <p14:cNvContentPartPr/>
              <p14:nvPr/>
            </p14:nvContentPartPr>
            <p14:xfrm>
              <a:off x="2667875" y="3345671"/>
              <a:ext cx="360" cy="360"/>
            </p14:xfrm>
          </p:contentPart>
        </mc:Choice>
        <mc:Fallback xmlns="">
          <p:pic>
            <p:nvPicPr>
              <p:cNvPr id="12" name="Ink 11">
                <a:extLst>
                  <a:ext uri="{FF2B5EF4-FFF2-40B4-BE49-F238E27FC236}">
                    <a16:creationId xmlns:a16="http://schemas.microsoft.com/office/drawing/2014/main" id="{7BB5A74F-B23B-A4A6-7FE9-71CAB31A6158}"/>
                  </a:ext>
                </a:extLst>
              </p:cNvPr>
              <p:cNvPicPr/>
              <p:nvPr/>
            </p:nvPicPr>
            <p:blipFill>
              <a:blip r:embed="rId5"/>
              <a:stretch>
                <a:fillRect/>
              </a:stretch>
            </p:blipFill>
            <p:spPr>
              <a:xfrm>
                <a:off x="2605235" y="3282671"/>
                <a:ext cx="126000" cy="1260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14055"/>
            <a:ext cx="844212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Project Overview and Timeline</a:t>
            </a:r>
            <a:endParaRPr lang="en-US" sz="4450" dirty="0">
              <a:latin typeface="Times New Roman" panose="02020603050405020304" pitchFamily="18" charset="0"/>
              <a:cs typeface="Times New Roman" panose="02020603050405020304" pitchFamily="18" charset="0"/>
            </a:endParaRPr>
          </a:p>
        </p:txBody>
      </p:sp>
      <p:sp>
        <p:nvSpPr>
          <p:cNvPr id="3" name="Text 1"/>
          <p:cNvSpPr/>
          <p:nvPr/>
        </p:nvSpPr>
        <p:spPr>
          <a:xfrm>
            <a:off x="793790" y="217646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This implementation plan breaks down our analytics initiative into four key milestones, each building upon the previous phase to ensure comprehensive data understanding and insight generation.</a:t>
            </a:r>
            <a:endParaRPr lang="en-US" sz="1750" dirty="0">
              <a:latin typeface="Times New Roman" panose="02020603050405020304" pitchFamily="18" charset="0"/>
              <a:cs typeface="Times New Roman" panose="02020603050405020304" pitchFamily="18" charset="0"/>
            </a:endParaRPr>
          </a:p>
        </p:txBody>
      </p:sp>
      <p:sp>
        <p:nvSpPr>
          <p:cNvPr id="4" name="Text 2"/>
          <p:cNvSpPr/>
          <p:nvPr/>
        </p:nvSpPr>
        <p:spPr>
          <a:xfrm>
            <a:off x="793790" y="31574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01</a:t>
            </a:r>
            <a:endParaRPr lang="en-US" sz="1750" dirty="0">
              <a:latin typeface="Times New Roman" panose="02020603050405020304" pitchFamily="18" charset="0"/>
              <a:cs typeface="Times New Roman" panose="02020603050405020304" pitchFamily="18" charset="0"/>
            </a:endParaRPr>
          </a:p>
        </p:txBody>
      </p:sp>
      <p:sp>
        <p:nvSpPr>
          <p:cNvPr id="5" name="Shape 3"/>
          <p:cNvSpPr/>
          <p:nvPr/>
        </p:nvSpPr>
        <p:spPr>
          <a:xfrm>
            <a:off x="793790" y="3512463"/>
            <a:ext cx="6407944" cy="30480"/>
          </a:xfrm>
          <a:prstGeom prst="rect">
            <a:avLst/>
          </a:prstGeom>
          <a:solidFill>
            <a:srgbClr val="4950BC"/>
          </a:solidFill>
          <a:ln/>
        </p:spPr>
      </p:sp>
      <p:sp>
        <p:nvSpPr>
          <p:cNvPr id="6" name="Text 4"/>
          <p:cNvSpPr/>
          <p:nvPr/>
        </p:nvSpPr>
        <p:spPr>
          <a:xfrm>
            <a:off x="793790" y="368677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Data Foundation</a:t>
            </a:r>
            <a:endParaRPr lang="en-US" sz="2200" dirty="0">
              <a:latin typeface="Times New Roman" panose="02020603050405020304" pitchFamily="18" charset="0"/>
              <a:cs typeface="Times New Roman" panose="02020603050405020304" pitchFamily="18" charset="0"/>
            </a:endParaRPr>
          </a:p>
        </p:txBody>
      </p:sp>
      <p:sp>
        <p:nvSpPr>
          <p:cNvPr id="7" name="Text 5"/>
          <p:cNvSpPr/>
          <p:nvPr/>
        </p:nvSpPr>
        <p:spPr>
          <a:xfrm>
            <a:off x="793790" y="4177189"/>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1-2: Establish clean, structured datasets with engineered features ready for analysis</a:t>
            </a:r>
            <a:endParaRPr lang="en-US" sz="1750" dirty="0">
              <a:latin typeface="Times New Roman" panose="02020603050405020304" pitchFamily="18" charset="0"/>
              <a:cs typeface="Times New Roman" panose="02020603050405020304" pitchFamily="18" charset="0"/>
            </a:endParaRPr>
          </a:p>
        </p:txBody>
      </p:sp>
      <p:sp>
        <p:nvSpPr>
          <p:cNvPr id="8" name="Text 6"/>
          <p:cNvSpPr/>
          <p:nvPr/>
        </p:nvSpPr>
        <p:spPr>
          <a:xfrm>
            <a:off x="7428548" y="31574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02</a:t>
            </a:r>
            <a:endParaRPr lang="en-US" sz="1750" dirty="0">
              <a:latin typeface="Times New Roman" panose="02020603050405020304" pitchFamily="18" charset="0"/>
              <a:cs typeface="Times New Roman" panose="02020603050405020304" pitchFamily="18" charset="0"/>
            </a:endParaRPr>
          </a:p>
        </p:txBody>
      </p:sp>
      <p:sp>
        <p:nvSpPr>
          <p:cNvPr id="9" name="Shape 7"/>
          <p:cNvSpPr/>
          <p:nvPr/>
        </p:nvSpPr>
        <p:spPr>
          <a:xfrm>
            <a:off x="7428548" y="3512463"/>
            <a:ext cx="6408063" cy="30480"/>
          </a:xfrm>
          <a:prstGeom prst="rect">
            <a:avLst/>
          </a:prstGeom>
          <a:solidFill>
            <a:srgbClr val="4950BC"/>
          </a:solidFill>
          <a:ln/>
        </p:spPr>
      </p:sp>
      <p:sp>
        <p:nvSpPr>
          <p:cNvPr id="10" name="Text 8"/>
          <p:cNvSpPr/>
          <p:nvPr/>
        </p:nvSpPr>
        <p:spPr>
          <a:xfrm>
            <a:off x="7428548" y="368677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Visual Exploration</a:t>
            </a:r>
            <a:endParaRPr lang="en-US" sz="2200" dirty="0">
              <a:latin typeface="Times New Roman" panose="02020603050405020304" pitchFamily="18" charset="0"/>
              <a:cs typeface="Times New Roman" panose="02020603050405020304" pitchFamily="18" charset="0"/>
            </a:endParaRPr>
          </a:p>
        </p:txBody>
      </p:sp>
      <p:sp>
        <p:nvSpPr>
          <p:cNvPr id="11" name="Text 9"/>
          <p:cNvSpPr/>
          <p:nvPr/>
        </p:nvSpPr>
        <p:spPr>
          <a:xfrm>
            <a:off x="7428548" y="4177189"/>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3-4: Uncover patterns through comprehensive univariate and bivariate analysis</a:t>
            </a:r>
            <a:endParaRPr lang="en-US" sz="1750" dirty="0">
              <a:latin typeface="Times New Roman" panose="02020603050405020304" pitchFamily="18" charset="0"/>
              <a:cs typeface="Times New Roman" panose="02020603050405020304" pitchFamily="18" charset="0"/>
            </a:endParaRPr>
          </a:p>
        </p:txBody>
      </p:sp>
      <p:sp>
        <p:nvSpPr>
          <p:cNvPr id="12" name="Text 10"/>
          <p:cNvSpPr/>
          <p:nvPr/>
        </p:nvSpPr>
        <p:spPr>
          <a:xfrm>
            <a:off x="793790"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03</a:t>
            </a:r>
            <a:endParaRPr lang="en-US" sz="1750" dirty="0">
              <a:latin typeface="Times New Roman" panose="02020603050405020304" pitchFamily="18" charset="0"/>
              <a:cs typeface="Times New Roman" panose="02020603050405020304" pitchFamily="18" charset="0"/>
            </a:endParaRPr>
          </a:p>
        </p:txBody>
      </p:sp>
      <p:sp>
        <p:nvSpPr>
          <p:cNvPr id="13" name="Shape 11"/>
          <p:cNvSpPr/>
          <p:nvPr/>
        </p:nvSpPr>
        <p:spPr>
          <a:xfrm>
            <a:off x="793790" y="5654873"/>
            <a:ext cx="6407944" cy="30480"/>
          </a:xfrm>
          <a:prstGeom prst="rect">
            <a:avLst/>
          </a:prstGeom>
          <a:solidFill>
            <a:srgbClr val="4950BC"/>
          </a:solidFill>
          <a:ln/>
        </p:spPr>
      </p:sp>
      <p:sp>
        <p:nvSpPr>
          <p:cNvPr id="14" name="Text 12"/>
          <p:cNvSpPr/>
          <p:nvPr/>
        </p:nvSpPr>
        <p:spPr>
          <a:xfrm>
            <a:off x="793790" y="5829181"/>
            <a:ext cx="293524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Segment Deep-Dives</a:t>
            </a:r>
            <a:endParaRPr lang="en-US" sz="2200" dirty="0">
              <a:latin typeface="Times New Roman" panose="02020603050405020304" pitchFamily="18" charset="0"/>
              <a:cs typeface="Times New Roman" panose="02020603050405020304" pitchFamily="18" charset="0"/>
            </a:endParaRPr>
          </a:p>
        </p:txBody>
      </p:sp>
      <p:sp>
        <p:nvSpPr>
          <p:cNvPr id="15" name="Text 13"/>
          <p:cNvSpPr/>
          <p:nvPr/>
        </p:nvSpPr>
        <p:spPr>
          <a:xfrm>
            <a:off x="793790" y="6319599"/>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5-6: Identify key cohorts and behavioral patterns across demographics</a:t>
            </a:r>
            <a:endParaRPr lang="en-US" sz="1750" dirty="0">
              <a:latin typeface="Times New Roman" panose="02020603050405020304" pitchFamily="18" charset="0"/>
              <a:cs typeface="Times New Roman" panose="02020603050405020304" pitchFamily="18" charset="0"/>
            </a:endParaRPr>
          </a:p>
        </p:txBody>
      </p:sp>
      <p:sp>
        <p:nvSpPr>
          <p:cNvPr id="16" name="Text 14"/>
          <p:cNvSpPr/>
          <p:nvPr/>
        </p:nvSpPr>
        <p:spPr>
          <a:xfrm>
            <a:off x="7428548"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04</a:t>
            </a:r>
            <a:endParaRPr lang="en-US" sz="1750" dirty="0">
              <a:latin typeface="Times New Roman" panose="02020603050405020304" pitchFamily="18" charset="0"/>
              <a:cs typeface="Times New Roman" panose="02020603050405020304" pitchFamily="18" charset="0"/>
            </a:endParaRPr>
          </a:p>
        </p:txBody>
      </p:sp>
      <p:sp>
        <p:nvSpPr>
          <p:cNvPr id="17" name="Shape 15"/>
          <p:cNvSpPr/>
          <p:nvPr/>
        </p:nvSpPr>
        <p:spPr>
          <a:xfrm>
            <a:off x="7428548" y="5654873"/>
            <a:ext cx="6408063" cy="30480"/>
          </a:xfrm>
          <a:prstGeom prst="rect">
            <a:avLst/>
          </a:prstGeom>
          <a:solidFill>
            <a:srgbClr val="4950BC"/>
          </a:solidFill>
          <a:ln/>
        </p:spPr>
      </p:sp>
      <p:sp>
        <p:nvSpPr>
          <p:cNvPr id="18" name="Text 16"/>
          <p:cNvSpPr/>
          <p:nvPr/>
        </p:nvSpPr>
        <p:spPr>
          <a:xfrm>
            <a:off x="7428548" y="58291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Report &amp; Present</a:t>
            </a:r>
            <a:endParaRPr lang="en-US" sz="2200" dirty="0">
              <a:latin typeface="Times New Roman" panose="02020603050405020304" pitchFamily="18" charset="0"/>
              <a:cs typeface="Times New Roman" panose="02020603050405020304" pitchFamily="18" charset="0"/>
            </a:endParaRPr>
          </a:p>
        </p:txBody>
      </p:sp>
      <p:sp>
        <p:nvSpPr>
          <p:cNvPr id="19" name="Text 17"/>
          <p:cNvSpPr/>
          <p:nvPr/>
        </p:nvSpPr>
        <p:spPr>
          <a:xfrm>
            <a:off x="7428548" y="6319599"/>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7-8: Deliver interactive dashboards and comprehensive documentation</a:t>
            </a:r>
            <a:endParaRPr lang="en-US" sz="175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ED56004E-8771-E425-10EF-A3076A0732F4}"/>
                  </a:ext>
                </a:extLst>
              </p14:cNvPr>
              <p14:cNvContentPartPr/>
              <p14:nvPr/>
            </p14:nvContentPartPr>
            <p14:xfrm>
              <a:off x="12919955" y="8068151"/>
              <a:ext cx="1495800" cy="720"/>
            </p14:xfrm>
          </p:contentPart>
        </mc:Choice>
        <mc:Fallback xmlns="">
          <p:pic>
            <p:nvPicPr>
              <p:cNvPr id="21" name="Ink 20">
                <a:extLst>
                  <a:ext uri="{FF2B5EF4-FFF2-40B4-BE49-F238E27FC236}">
                    <a16:creationId xmlns:a16="http://schemas.microsoft.com/office/drawing/2014/main" id="{ED56004E-8771-E425-10EF-A3076A0732F4}"/>
                  </a:ext>
                </a:extLst>
              </p:cNvPr>
              <p:cNvPicPr/>
              <p:nvPr/>
            </p:nvPicPr>
            <p:blipFill>
              <a:blip r:embed="rId4"/>
              <a:stretch>
                <a:fillRect/>
              </a:stretch>
            </p:blipFill>
            <p:spPr>
              <a:xfrm>
                <a:off x="12857315" y="7942151"/>
                <a:ext cx="16214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E8FA097C-8415-9B75-D84E-0BB28A76AFB9}"/>
                  </a:ext>
                </a:extLst>
              </p14:cNvPr>
              <p14:cNvContentPartPr/>
              <p14:nvPr/>
            </p14:nvContentPartPr>
            <p14:xfrm>
              <a:off x="12810515" y="7324391"/>
              <a:ext cx="1723680" cy="744480"/>
            </p14:xfrm>
          </p:contentPart>
        </mc:Choice>
        <mc:Fallback xmlns="">
          <p:pic>
            <p:nvPicPr>
              <p:cNvPr id="22" name="Ink 21">
                <a:extLst>
                  <a:ext uri="{FF2B5EF4-FFF2-40B4-BE49-F238E27FC236}">
                    <a16:creationId xmlns:a16="http://schemas.microsoft.com/office/drawing/2014/main" id="{E8FA097C-8415-9B75-D84E-0BB28A76AFB9}"/>
                  </a:ext>
                </a:extLst>
              </p:cNvPr>
              <p:cNvPicPr/>
              <p:nvPr/>
            </p:nvPicPr>
            <p:blipFill>
              <a:blip r:embed="rId6"/>
              <a:stretch>
                <a:fillRect/>
              </a:stretch>
            </p:blipFill>
            <p:spPr>
              <a:xfrm>
                <a:off x="12747515" y="7261391"/>
                <a:ext cx="1849320" cy="870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E970755E-C360-9EA2-3309-2D82A9F1525E}"/>
                  </a:ext>
                </a:extLst>
              </p14:cNvPr>
              <p14:cNvContentPartPr/>
              <p14:nvPr/>
            </p14:nvContentPartPr>
            <p14:xfrm>
              <a:off x="12888995" y="7831101"/>
              <a:ext cx="1486440" cy="152280"/>
            </p14:xfrm>
          </p:contentPart>
        </mc:Choice>
        <mc:Fallback xmlns="">
          <p:pic>
            <p:nvPicPr>
              <p:cNvPr id="23" name="Ink 22">
                <a:extLst>
                  <a:ext uri="{FF2B5EF4-FFF2-40B4-BE49-F238E27FC236}">
                    <a16:creationId xmlns:a16="http://schemas.microsoft.com/office/drawing/2014/main" id="{E970755E-C360-9EA2-3309-2D82A9F1525E}"/>
                  </a:ext>
                </a:extLst>
              </p:cNvPr>
              <p:cNvPicPr/>
              <p:nvPr/>
            </p:nvPicPr>
            <p:blipFill>
              <a:blip r:embed="rId8"/>
              <a:stretch>
                <a:fillRect/>
              </a:stretch>
            </p:blipFill>
            <p:spPr>
              <a:xfrm>
                <a:off x="12826355" y="7768461"/>
                <a:ext cx="161208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D27032D9-DA22-F3A7-DEF1-DEF58E1A7232}"/>
                  </a:ext>
                </a:extLst>
              </p14:cNvPr>
              <p14:cNvContentPartPr/>
              <p14:nvPr/>
            </p14:nvContentPartPr>
            <p14:xfrm>
              <a:off x="12521435" y="7218381"/>
              <a:ext cx="360" cy="360"/>
            </p14:xfrm>
          </p:contentPart>
        </mc:Choice>
        <mc:Fallback xmlns="">
          <p:pic>
            <p:nvPicPr>
              <p:cNvPr id="24" name="Ink 23">
                <a:extLst>
                  <a:ext uri="{FF2B5EF4-FFF2-40B4-BE49-F238E27FC236}">
                    <a16:creationId xmlns:a16="http://schemas.microsoft.com/office/drawing/2014/main" id="{D27032D9-DA22-F3A7-DEF1-DEF58E1A7232}"/>
                  </a:ext>
                </a:extLst>
              </p:cNvPr>
              <p:cNvPicPr/>
              <p:nvPr/>
            </p:nvPicPr>
            <p:blipFill>
              <a:blip r:embed="rId10"/>
              <a:stretch>
                <a:fillRect/>
              </a:stretch>
            </p:blipFill>
            <p:spPr>
              <a:xfrm>
                <a:off x="12458795" y="715538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FD17D596-E499-C7E7-02CC-C9E835EC028F}"/>
                  </a:ext>
                </a:extLst>
              </p14:cNvPr>
              <p14:cNvContentPartPr/>
              <p14:nvPr/>
            </p14:nvContentPartPr>
            <p14:xfrm>
              <a:off x="14328889" y="7963031"/>
              <a:ext cx="122040" cy="8280"/>
            </p14:xfrm>
          </p:contentPart>
        </mc:Choice>
        <mc:Fallback xmlns="">
          <p:pic>
            <p:nvPicPr>
              <p:cNvPr id="20" name="Ink 19">
                <a:extLst>
                  <a:ext uri="{FF2B5EF4-FFF2-40B4-BE49-F238E27FC236}">
                    <a16:creationId xmlns:a16="http://schemas.microsoft.com/office/drawing/2014/main" id="{FD17D596-E499-C7E7-02CC-C9E835EC028F}"/>
                  </a:ext>
                </a:extLst>
              </p:cNvPr>
              <p:cNvPicPr/>
              <p:nvPr/>
            </p:nvPicPr>
            <p:blipFill>
              <a:blip r:embed="rId12"/>
              <a:stretch>
                <a:fillRect/>
              </a:stretch>
            </p:blipFill>
            <p:spPr>
              <a:xfrm>
                <a:off x="14265889" y="7900391"/>
                <a:ext cx="247680" cy="13392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92054"/>
            <a:ext cx="1173622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Milestone 1: Data Foundation and Cleaning</a:t>
            </a:r>
            <a:endParaRPr lang="en-US" sz="4450" dirty="0">
              <a:latin typeface="Times New Roman" panose="02020603050405020304" pitchFamily="18" charset="0"/>
              <a:cs typeface="Times New Roman" panose="02020603050405020304" pitchFamily="18" charset="0"/>
            </a:endParaRPr>
          </a:p>
        </p:txBody>
      </p:sp>
      <p:sp>
        <p:nvSpPr>
          <p:cNvPr id="3" name="Text 1"/>
          <p:cNvSpPr/>
          <p:nvPr/>
        </p:nvSpPr>
        <p:spPr>
          <a:xfrm>
            <a:off x="793790" y="2467808"/>
            <a:ext cx="464689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Times New Roman" panose="02020603050405020304" pitchFamily="18" charset="0"/>
                <a:ea typeface="Inter Bold" pitchFamily="34" charset="-122"/>
                <a:cs typeface="Times New Roman" panose="02020603050405020304" pitchFamily="18" charset="0"/>
              </a:rPr>
              <a:t>Week 1: Project Initialization</a:t>
            </a:r>
            <a:endParaRPr lang="en-US" sz="2650" dirty="0">
              <a:latin typeface="Times New Roman" panose="02020603050405020304" pitchFamily="18" charset="0"/>
              <a:cs typeface="Times New Roman" panose="02020603050405020304" pitchFamily="18" charset="0"/>
            </a:endParaRPr>
          </a:p>
        </p:txBody>
      </p:sp>
      <p:sp>
        <p:nvSpPr>
          <p:cNvPr id="4" name="Text 2"/>
          <p:cNvSpPr/>
          <p:nvPr/>
        </p:nvSpPr>
        <p:spPr>
          <a:xfrm>
            <a:off x="793790" y="311991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Establish the groundwork for success by clearly defining objectives and understanding the dataset structure.</a:t>
            </a:r>
            <a:endParaRPr lang="en-US" sz="1750" dirty="0">
              <a:latin typeface="Times New Roman" panose="02020603050405020304" pitchFamily="18" charset="0"/>
              <a:cs typeface="Times New Roman" panose="02020603050405020304" pitchFamily="18" charset="0"/>
            </a:endParaRPr>
          </a:p>
        </p:txBody>
      </p:sp>
      <p:sp>
        <p:nvSpPr>
          <p:cNvPr id="5" name="Text 3"/>
          <p:cNvSpPr/>
          <p:nvPr/>
        </p:nvSpPr>
        <p:spPr>
          <a:xfrm>
            <a:off x="793790" y="404979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Define project goals and analytical workflow</a:t>
            </a:r>
            <a:endParaRPr lang="en-US" sz="1750" dirty="0">
              <a:latin typeface="Times New Roman" panose="02020603050405020304" pitchFamily="18" charset="0"/>
              <a:cs typeface="Times New Roman" panose="02020603050405020304" pitchFamily="18" charset="0"/>
            </a:endParaRPr>
          </a:p>
        </p:txBody>
      </p:sp>
      <p:sp>
        <p:nvSpPr>
          <p:cNvPr id="6" name="Text 4"/>
          <p:cNvSpPr/>
          <p:nvPr/>
        </p:nvSpPr>
        <p:spPr>
          <a:xfrm>
            <a:off x="793790" y="449199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Load dataset and explore schema</a:t>
            </a:r>
            <a:endParaRPr lang="en-US" sz="1750" dirty="0">
              <a:latin typeface="Times New Roman" panose="02020603050405020304" pitchFamily="18" charset="0"/>
              <a:cs typeface="Times New Roman" panose="02020603050405020304" pitchFamily="18" charset="0"/>
            </a:endParaRPr>
          </a:p>
        </p:txBody>
      </p:sp>
      <p:sp>
        <p:nvSpPr>
          <p:cNvPr id="7" name="Text 5"/>
          <p:cNvSpPr/>
          <p:nvPr/>
        </p:nvSpPr>
        <p:spPr>
          <a:xfrm>
            <a:off x="793790" y="493418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Examine data types, size, and null values</a:t>
            </a:r>
            <a:endParaRPr lang="en-US" sz="1750" dirty="0">
              <a:latin typeface="Times New Roman" panose="02020603050405020304" pitchFamily="18" charset="0"/>
              <a:cs typeface="Times New Roman" panose="02020603050405020304" pitchFamily="18" charset="0"/>
            </a:endParaRPr>
          </a:p>
        </p:txBody>
      </p:sp>
      <p:sp>
        <p:nvSpPr>
          <p:cNvPr id="8" name="Text 6"/>
          <p:cNvSpPr/>
          <p:nvPr/>
        </p:nvSpPr>
        <p:spPr>
          <a:xfrm>
            <a:off x="793790" y="537638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Document initial quality observations</a:t>
            </a:r>
            <a:endParaRPr lang="en-US" sz="1750" dirty="0">
              <a:latin typeface="Times New Roman" panose="02020603050405020304" pitchFamily="18" charset="0"/>
              <a:cs typeface="Times New Roman" panose="02020603050405020304" pitchFamily="18" charset="0"/>
            </a:endParaRPr>
          </a:p>
        </p:txBody>
      </p:sp>
      <p:sp>
        <p:nvSpPr>
          <p:cNvPr id="9" name="Text 7"/>
          <p:cNvSpPr/>
          <p:nvPr/>
        </p:nvSpPr>
        <p:spPr>
          <a:xfrm>
            <a:off x="7599521" y="2467808"/>
            <a:ext cx="5679519"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Times New Roman" panose="02020603050405020304" pitchFamily="18" charset="0"/>
                <a:ea typeface="Inter Bold" pitchFamily="34" charset="-122"/>
                <a:cs typeface="Times New Roman" panose="02020603050405020304" pitchFamily="18" charset="0"/>
              </a:rPr>
              <a:t>Week 2: Preprocessing &amp; Features</a:t>
            </a:r>
            <a:endParaRPr lang="en-US" sz="2650" dirty="0">
              <a:latin typeface="Times New Roman" panose="02020603050405020304" pitchFamily="18" charset="0"/>
              <a:cs typeface="Times New Roman" panose="02020603050405020304" pitchFamily="18" charset="0"/>
            </a:endParaRPr>
          </a:p>
        </p:txBody>
      </p:sp>
      <p:sp>
        <p:nvSpPr>
          <p:cNvPr id="10" name="Text 8"/>
          <p:cNvSpPr/>
          <p:nvPr/>
        </p:nvSpPr>
        <p:spPr>
          <a:xfrm>
            <a:off x="7599521" y="311991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Transform raw data into analysis-ready format through strategic cleaning and feature creation.</a:t>
            </a:r>
            <a:endParaRPr lang="en-US" sz="1750" dirty="0">
              <a:latin typeface="Times New Roman" panose="02020603050405020304" pitchFamily="18" charset="0"/>
              <a:cs typeface="Times New Roman" panose="02020603050405020304" pitchFamily="18" charset="0"/>
            </a:endParaRPr>
          </a:p>
        </p:txBody>
      </p:sp>
      <p:sp>
        <p:nvSpPr>
          <p:cNvPr id="11" name="Text 9"/>
          <p:cNvSpPr/>
          <p:nvPr/>
        </p:nvSpPr>
        <p:spPr>
          <a:xfrm>
            <a:off x="7599521" y="404979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Handle missing values and inconsistencies</a:t>
            </a:r>
            <a:endParaRPr lang="en-US" sz="1750" dirty="0">
              <a:latin typeface="Times New Roman" panose="02020603050405020304" pitchFamily="18" charset="0"/>
              <a:cs typeface="Times New Roman" panose="02020603050405020304" pitchFamily="18" charset="0"/>
            </a:endParaRPr>
          </a:p>
        </p:txBody>
      </p:sp>
      <p:sp>
        <p:nvSpPr>
          <p:cNvPr id="12" name="Text 10"/>
          <p:cNvSpPr/>
          <p:nvPr/>
        </p:nvSpPr>
        <p:spPr>
          <a:xfrm>
            <a:off x="7599521" y="449199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Create age bands and temporal flags</a:t>
            </a:r>
            <a:endParaRPr lang="en-US" sz="1750" dirty="0">
              <a:latin typeface="Times New Roman" panose="02020603050405020304" pitchFamily="18" charset="0"/>
              <a:cs typeface="Times New Roman" panose="02020603050405020304" pitchFamily="18" charset="0"/>
            </a:endParaRPr>
          </a:p>
        </p:txBody>
      </p:sp>
      <p:sp>
        <p:nvSpPr>
          <p:cNvPr id="13" name="Text 11"/>
          <p:cNvSpPr/>
          <p:nvPr/>
        </p:nvSpPr>
        <p:spPr>
          <a:xfrm>
            <a:off x="7599521" y="493418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Calculate device and activity shares</a:t>
            </a:r>
            <a:endParaRPr lang="en-US" sz="1750" dirty="0">
              <a:latin typeface="Times New Roman" panose="02020603050405020304" pitchFamily="18" charset="0"/>
              <a:cs typeface="Times New Roman" panose="02020603050405020304" pitchFamily="18" charset="0"/>
            </a:endParaRPr>
          </a:p>
        </p:txBody>
      </p:sp>
      <p:sp>
        <p:nvSpPr>
          <p:cNvPr id="14" name="Text 12"/>
          <p:cNvSpPr/>
          <p:nvPr/>
        </p:nvSpPr>
        <p:spPr>
          <a:xfrm>
            <a:off x="7599521" y="537638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Save preprocessed data with documentation</a:t>
            </a:r>
            <a:endParaRPr lang="en-US" sz="1750" dirty="0">
              <a:latin typeface="Times New Roman" panose="02020603050405020304" pitchFamily="18" charset="0"/>
              <a:cs typeface="Times New Roman" panose="02020603050405020304" pitchFamily="18" charset="0"/>
            </a:endParaRPr>
          </a:p>
        </p:txBody>
      </p:sp>
      <p:sp>
        <p:nvSpPr>
          <p:cNvPr id="15" name="Shape 13"/>
          <p:cNvSpPr/>
          <p:nvPr/>
        </p:nvSpPr>
        <p:spPr>
          <a:xfrm>
            <a:off x="793790" y="6073735"/>
            <a:ext cx="13042821" cy="963811"/>
          </a:xfrm>
          <a:prstGeom prst="roundRect">
            <a:avLst>
              <a:gd name="adj" fmla="val 9884"/>
            </a:avLst>
          </a:prstGeom>
          <a:solidFill>
            <a:srgbClr val="C7C9EA"/>
          </a:solidFill>
          <a:ln/>
        </p:spPr>
      </p:sp>
      <p:pic>
        <p:nvPicPr>
          <p:cNvPr id="16" name="Image 0" descr="preencoded.png"/>
          <p:cNvPicPr>
            <a:picLocks noChangeAspect="1"/>
          </p:cNvPicPr>
          <p:nvPr/>
        </p:nvPicPr>
        <p:blipFill>
          <a:blip r:embed="rId3"/>
          <a:stretch>
            <a:fillRect/>
          </a:stretch>
        </p:blipFill>
        <p:spPr>
          <a:xfrm>
            <a:off x="1020604" y="6417826"/>
            <a:ext cx="283488" cy="226814"/>
          </a:xfrm>
          <a:prstGeom prst="rect">
            <a:avLst/>
          </a:prstGeom>
        </p:spPr>
      </p:pic>
      <p:sp>
        <p:nvSpPr>
          <p:cNvPr id="17" name="Text 14"/>
          <p:cNvSpPr/>
          <p:nvPr/>
        </p:nvSpPr>
        <p:spPr>
          <a:xfrm>
            <a:off x="1530906" y="6357223"/>
            <a:ext cx="12078891"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Times New Roman" panose="02020603050405020304" pitchFamily="18" charset="0"/>
                <a:ea typeface="Inter" pitchFamily="34" charset="-122"/>
                <a:cs typeface="Times New Roman" panose="02020603050405020304" pitchFamily="18" charset="0"/>
              </a:rPr>
              <a:t>Deliverables: Cleaned dataset, preprocessing summary, and comprehensive feature dictionary</a:t>
            </a:r>
            <a:endParaRPr lang="en-US" sz="175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1262EB4E-E031-2C16-0B47-234A0431E548}"/>
                  </a:ext>
                </a:extLst>
              </p14:cNvPr>
              <p14:cNvContentPartPr/>
              <p14:nvPr/>
            </p14:nvContentPartPr>
            <p14:xfrm>
              <a:off x="12224075" y="7885271"/>
              <a:ext cx="2082240" cy="227880"/>
            </p14:xfrm>
          </p:contentPart>
        </mc:Choice>
        <mc:Fallback xmlns="">
          <p:pic>
            <p:nvPicPr>
              <p:cNvPr id="19" name="Ink 18">
                <a:extLst>
                  <a:ext uri="{FF2B5EF4-FFF2-40B4-BE49-F238E27FC236}">
                    <a16:creationId xmlns:a16="http://schemas.microsoft.com/office/drawing/2014/main" id="{1262EB4E-E031-2C16-0B47-234A0431E548}"/>
                  </a:ext>
                </a:extLst>
              </p:cNvPr>
              <p:cNvPicPr/>
              <p:nvPr/>
            </p:nvPicPr>
            <p:blipFill>
              <a:blip r:embed="rId5"/>
              <a:stretch>
                <a:fillRect/>
              </a:stretch>
            </p:blipFill>
            <p:spPr>
              <a:xfrm>
                <a:off x="12161075" y="7822271"/>
                <a:ext cx="220788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A87C28C2-23FD-97C1-DE8A-DA58233AB2D5}"/>
                  </a:ext>
                </a:extLst>
              </p14:cNvPr>
              <p14:cNvContentPartPr/>
              <p14:nvPr/>
            </p14:nvContentPartPr>
            <p14:xfrm>
              <a:off x="12998435" y="7733351"/>
              <a:ext cx="1534680" cy="391320"/>
            </p14:xfrm>
          </p:contentPart>
        </mc:Choice>
        <mc:Fallback xmlns="">
          <p:pic>
            <p:nvPicPr>
              <p:cNvPr id="20" name="Ink 19">
                <a:extLst>
                  <a:ext uri="{FF2B5EF4-FFF2-40B4-BE49-F238E27FC236}">
                    <a16:creationId xmlns:a16="http://schemas.microsoft.com/office/drawing/2014/main" id="{A87C28C2-23FD-97C1-DE8A-DA58233AB2D5}"/>
                  </a:ext>
                </a:extLst>
              </p:cNvPr>
              <p:cNvPicPr/>
              <p:nvPr/>
            </p:nvPicPr>
            <p:blipFill>
              <a:blip r:embed="rId7"/>
              <a:stretch>
                <a:fillRect/>
              </a:stretch>
            </p:blipFill>
            <p:spPr>
              <a:xfrm>
                <a:off x="12935795" y="7670351"/>
                <a:ext cx="1660320" cy="51696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17446" y="634722"/>
            <a:ext cx="7604879" cy="46208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Times New Roman" panose="02020603050405020304" pitchFamily="18" charset="0"/>
                <a:ea typeface="Inter Bold" pitchFamily="34" charset="-122"/>
                <a:cs typeface="Times New Roman" panose="02020603050405020304" pitchFamily="18" charset="0"/>
              </a:rPr>
              <a:t>Week 1 Deep Dive: Laying the Groundwork</a:t>
            </a:r>
            <a:endParaRPr lang="en-US" sz="2900" dirty="0">
              <a:latin typeface="Times New Roman" panose="02020603050405020304" pitchFamily="18" charset="0"/>
              <a:cs typeface="Times New Roman" panose="02020603050405020304" pitchFamily="18" charset="0"/>
            </a:endParaRPr>
          </a:p>
        </p:txBody>
      </p:sp>
      <p:sp>
        <p:nvSpPr>
          <p:cNvPr id="4" name="Shape 1"/>
          <p:cNvSpPr/>
          <p:nvPr/>
        </p:nvSpPr>
        <p:spPr>
          <a:xfrm>
            <a:off x="517446" y="1318498"/>
            <a:ext cx="8109109" cy="1458278"/>
          </a:xfrm>
          <a:prstGeom prst="roundRect">
            <a:avLst>
              <a:gd name="adj" fmla="val 4259"/>
            </a:avLst>
          </a:prstGeom>
          <a:solidFill>
            <a:srgbClr val="DADBF1"/>
          </a:solidFill>
          <a:ln w="7620">
            <a:solidFill>
              <a:srgbClr val="C0C1D7"/>
            </a:solidFill>
            <a:prstDash val="solid"/>
          </a:ln>
        </p:spPr>
      </p:sp>
      <p:sp>
        <p:nvSpPr>
          <p:cNvPr id="5" name="Shape 2"/>
          <p:cNvSpPr/>
          <p:nvPr/>
        </p:nvSpPr>
        <p:spPr>
          <a:xfrm>
            <a:off x="672822" y="1473875"/>
            <a:ext cx="443508" cy="443508"/>
          </a:xfrm>
          <a:prstGeom prst="roundRect">
            <a:avLst>
              <a:gd name="adj" fmla="val 20615379"/>
            </a:avLst>
          </a:prstGeom>
          <a:solidFill>
            <a:srgbClr val="4950BC"/>
          </a:solidFill>
          <a:ln/>
        </p:spPr>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4742" y="1595795"/>
            <a:ext cx="199549" cy="199549"/>
          </a:xfrm>
          <a:prstGeom prst="rect">
            <a:avLst/>
          </a:prstGeom>
        </p:spPr>
      </p:pic>
      <p:sp>
        <p:nvSpPr>
          <p:cNvPr id="7" name="Text 3"/>
          <p:cNvSpPr/>
          <p:nvPr/>
        </p:nvSpPr>
        <p:spPr>
          <a:xfrm>
            <a:off x="672822" y="2065139"/>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Define Goals</a:t>
            </a:r>
            <a:endParaRPr lang="en-US" sz="1450" dirty="0">
              <a:latin typeface="Times New Roman" panose="02020603050405020304" pitchFamily="18" charset="0"/>
              <a:cs typeface="Times New Roman" panose="02020603050405020304" pitchFamily="18" charset="0"/>
            </a:endParaRPr>
          </a:p>
        </p:txBody>
      </p:sp>
      <p:sp>
        <p:nvSpPr>
          <p:cNvPr id="8" name="Text 4"/>
          <p:cNvSpPr/>
          <p:nvPr/>
        </p:nvSpPr>
        <p:spPr>
          <a:xfrm>
            <a:off x="672822" y="2384822"/>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Establish clear objectives and success criteria for the analysis project</a:t>
            </a:r>
            <a:endParaRPr lang="en-US" sz="1150" dirty="0">
              <a:latin typeface="Times New Roman" panose="02020603050405020304" pitchFamily="18" charset="0"/>
              <a:cs typeface="Times New Roman" panose="02020603050405020304" pitchFamily="18" charset="0"/>
            </a:endParaRPr>
          </a:p>
        </p:txBody>
      </p:sp>
      <p:sp>
        <p:nvSpPr>
          <p:cNvPr id="9" name="Shape 5"/>
          <p:cNvSpPr/>
          <p:nvPr/>
        </p:nvSpPr>
        <p:spPr>
          <a:xfrm>
            <a:off x="517446" y="2924532"/>
            <a:ext cx="8109109" cy="1458278"/>
          </a:xfrm>
          <a:prstGeom prst="roundRect">
            <a:avLst>
              <a:gd name="adj" fmla="val 4259"/>
            </a:avLst>
          </a:prstGeom>
          <a:solidFill>
            <a:srgbClr val="DADBF1"/>
          </a:solidFill>
          <a:ln w="7620">
            <a:solidFill>
              <a:srgbClr val="C0C1D7"/>
            </a:solidFill>
            <a:prstDash val="solid"/>
          </a:ln>
        </p:spPr>
      </p:sp>
      <p:sp>
        <p:nvSpPr>
          <p:cNvPr id="10" name="Shape 6"/>
          <p:cNvSpPr/>
          <p:nvPr/>
        </p:nvSpPr>
        <p:spPr>
          <a:xfrm>
            <a:off x="672822" y="3079909"/>
            <a:ext cx="443508" cy="443508"/>
          </a:xfrm>
          <a:prstGeom prst="roundRect">
            <a:avLst>
              <a:gd name="adj" fmla="val 20615379"/>
            </a:avLst>
          </a:prstGeom>
          <a:solidFill>
            <a:srgbClr val="4950BC"/>
          </a:solidFill>
          <a:ln/>
        </p:spPr>
      </p:sp>
      <p:pic>
        <p:nvPicPr>
          <p:cNvPr id="11"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4742" y="3201829"/>
            <a:ext cx="199549" cy="199549"/>
          </a:xfrm>
          <a:prstGeom prst="rect">
            <a:avLst/>
          </a:prstGeom>
        </p:spPr>
      </p:pic>
      <p:sp>
        <p:nvSpPr>
          <p:cNvPr id="12" name="Text 7"/>
          <p:cNvSpPr/>
          <p:nvPr/>
        </p:nvSpPr>
        <p:spPr>
          <a:xfrm>
            <a:off x="672822" y="3671173"/>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Load Dataset</a:t>
            </a:r>
            <a:endParaRPr lang="en-US" sz="1450" dirty="0">
              <a:latin typeface="Times New Roman" panose="02020603050405020304" pitchFamily="18" charset="0"/>
              <a:cs typeface="Times New Roman" panose="02020603050405020304" pitchFamily="18" charset="0"/>
            </a:endParaRPr>
          </a:p>
        </p:txBody>
      </p:sp>
      <p:sp>
        <p:nvSpPr>
          <p:cNvPr id="13" name="Text 8"/>
          <p:cNvSpPr/>
          <p:nvPr/>
        </p:nvSpPr>
        <p:spPr>
          <a:xfrm>
            <a:off x="672822" y="3990856"/>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Import data and verify successful loading across all required sources</a:t>
            </a:r>
            <a:endParaRPr lang="en-US" sz="1150" dirty="0">
              <a:latin typeface="Times New Roman" panose="02020603050405020304" pitchFamily="18" charset="0"/>
              <a:cs typeface="Times New Roman" panose="02020603050405020304" pitchFamily="18" charset="0"/>
            </a:endParaRPr>
          </a:p>
        </p:txBody>
      </p:sp>
      <p:sp>
        <p:nvSpPr>
          <p:cNvPr id="14" name="Shape 9"/>
          <p:cNvSpPr/>
          <p:nvPr/>
        </p:nvSpPr>
        <p:spPr>
          <a:xfrm>
            <a:off x="517446" y="4530566"/>
            <a:ext cx="8109109" cy="1458278"/>
          </a:xfrm>
          <a:prstGeom prst="roundRect">
            <a:avLst>
              <a:gd name="adj" fmla="val 4259"/>
            </a:avLst>
          </a:prstGeom>
          <a:solidFill>
            <a:srgbClr val="DADBF1"/>
          </a:solidFill>
          <a:ln w="7620">
            <a:solidFill>
              <a:srgbClr val="C0C1D7"/>
            </a:solidFill>
            <a:prstDash val="solid"/>
          </a:ln>
        </p:spPr>
      </p:sp>
      <p:sp>
        <p:nvSpPr>
          <p:cNvPr id="15" name="Shape 10"/>
          <p:cNvSpPr/>
          <p:nvPr/>
        </p:nvSpPr>
        <p:spPr>
          <a:xfrm>
            <a:off x="672822" y="4685943"/>
            <a:ext cx="443508" cy="443508"/>
          </a:xfrm>
          <a:prstGeom prst="roundRect">
            <a:avLst>
              <a:gd name="adj" fmla="val 20615379"/>
            </a:avLst>
          </a:prstGeom>
          <a:solidFill>
            <a:srgbClr val="4950BC"/>
          </a:solidFill>
          <a:ln/>
        </p:spPr>
      </p:sp>
      <p:pic>
        <p:nvPicPr>
          <p:cNvPr id="16"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4742" y="4807863"/>
            <a:ext cx="199549" cy="199549"/>
          </a:xfrm>
          <a:prstGeom prst="rect">
            <a:avLst/>
          </a:prstGeom>
        </p:spPr>
      </p:pic>
      <p:sp>
        <p:nvSpPr>
          <p:cNvPr id="17" name="Text 11"/>
          <p:cNvSpPr/>
          <p:nvPr/>
        </p:nvSpPr>
        <p:spPr>
          <a:xfrm>
            <a:off x="672822" y="5277207"/>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Explore Schema</a:t>
            </a:r>
            <a:endParaRPr lang="en-US" sz="1450" dirty="0">
              <a:latin typeface="Times New Roman" panose="02020603050405020304" pitchFamily="18" charset="0"/>
              <a:cs typeface="Times New Roman" panose="02020603050405020304" pitchFamily="18" charset="0"/>
            </a:endParaRPr>
          </a:p>
        </p:txBody>
      </p:sp>
      <p:sp>
        <p:nvSpPr>
          <p:cNvPr id="18" name="Text 12"/>
          <p:cNvSpPr/>
          <p:nvPr/>
        </p:nvSpPr>
        <p:spPr>
          <a:xfrm>
            <a:off x="672822" y="5596890"/>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Analyze structure, data types, and relationships between variables</a:t>
            </a:r>
            <a:endParaRPr lang="en-US" sz="1150" dirty="0">
              <a:latin typeface="Times New Roman" panose="02020603050405020304" pitchFamily="18" charset="0"/>
              <a:cs typeface="Times New Roman" panose="02020603050405020304" pitchFamily="18" charset="0"/>
            </a:endParaRPr>
          </a:p>
        </p:txBody>
      </p:sp>
      <p:sp>
        <p:nvSpPr>
          <p:cNvPr id="19" name="Shape 13"/>
          <p:cNvSpPr/>
          <p:nvPr/>
        </p:nvSpPr>
        <p:spPr>
          <a:xfrm>
            <a:off x="517446" y="6136600"/>
            <a:ext cx="8109109" cy="1458278"/>
          </a:xfrm>
          <a:prstGeom prst="roundRect">
            <a:avLst>
              <a:gd name="adj" fmla="val 4259"/>
            </a:avLst>
          </a:prstGeom>
          <a:solidFill>
            <a:srgbClr val="DADBF1"/>
          </a:solidFill>
          <a:ln w="7620">
            <a:solidFill>
              <a:srgbClr val="C0C1D7"/>
            </a:solidFill>
            <a:prstDash val="solid"/>
          </a:ln>
        </p:spPr>
      </p:sp>
      <p:sp>
        <p:nvSpPr>
          <p:cNvPr id="20" name="Shape 14"/>
          <p:cNvSpPr/>
          <p:nvPr/>
        </p:nvSpPr>
        <p:spPr>
          <a:xfrm>
            <a:off x="672822" y="6291977"/>
            <a:ext cx="443508" cy="443508"/>
          </a:xfrm>
          <a:prstGeom prst="roundRect">
            <a:avLst>
              <a:gd name="adj" fmla="val 20615379"/>
            </a:avLst>
          </a:prstGeom>
          <a:solidFill>
            <a:srgbClr val="4950BC"/>
          </a:solidFill>
          <a:ln/>
        </p:spPr>
      </p:sp>
      <p:pic>
        <p:nvPicPr>
          <p:cNvPr id="21"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4742" y="6413897"/>
            <a:ext cx="199549" cy="199549"/>
          </a:xfrm>
          <a:prstGeom prst="rect">
            <a:avLst/>
          </a:prstGeom>
        </p:spPr>
      </p:pic>
      <p:sp>
        <p:nvSpPr>
          <p:cNvPr id="22" name="Text 15"/>
          <p:cNvSpPr/>
          <p:nvPr/>
        </p:nvSpPr>
        <p:spPr>
          <a:xfrm>
            <a:off x="672822" y="6883241"/>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Quality Check</a:t>
            </a:r>
            <a:endParaRPr lang="en-US" sz="1450" dirty="0">
              <a:latin typeface="Times New Roman" panose="02020603050405020304" pitchFamily="18" charset="0"/>
              <a:cs typeface="Times New Roman" panose="02020603050405020304" pitchFamily="18" charset="0"/>
            </a:endParaRPr>
          </a:p>
        </p:txBody>
      </p:sp>
      <p:sp>
        <p:nvSpPr>
          <p:cNvPr id="23" name="Text 16"/>
          <p:cNvSpPr/>
          <p:nvPr/>
        </p:nvSpPr>
        <p:spPr>
          <a:xfrm>
            <a:off x="672822" y="7202924"/>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Identify null values, outliers, and potential data quality issues</a:t>
            </a:r>
            <a:endParaRPr lang="en-US" sz="115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3FBDED5D-6C63-555A-0474-A6F610594AEC}"/>
                  </a:ext>
                </a:extLst>
              </p14:cNvPr>
              <p14:cNvContentPartPr/>
              <p14:nvPr/>
            </p14:nvContentPartPr>
            <p14:xfrm>
              <a:off x="13037929" y="7862951"/>
              <a:ext cx="1279080" cy="22320"/>
            </p14:xfrm>
          </p:contentPart>
        </mc:Choice>
        <mc:Fallback xmlns="">
          <p:pic>
            <p:nvPicPr>
              <p:cNvPr id="24" name="Ink 23">
                <a:extLst>
                  <a:ext uri="{FF2B5EF4-FFF2-40B4-BE49-F238E27FC236}">
                    <a16:creationId xmlns:a16="http://schemas.microsoft.com/office/drawing/2014/main" id="{3FBDED5D-6C63-555A-0474-A6F610594AEC}"/>
                  </a:ext>
                </a:extLst>
              </p:cNvPr>
              <p:cNvPicPr/>
              <p:nvPr/>
            </p:nvPicPr>
            <p:blipFill>
              <a:blip r:embed="rId12"/>
              <a:stretch>
                <a:fillRect/>
              </a:stretch>
            </p:blipFill>
            <p:spPr>
              <a:xfrm>
                <a:off x="12974929" y="7800311"/>
                <a:ext cx="14047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E4DC4D1D-88C4-1C28-03D7-5EE74A0ADCC2}"/>
                  </a:ext>
                </a:extLst>
              </p14:cNvPr>
              <p14:cNvContentPartPr/>
              <p14:nvPr/>
            </p14:nvContentPartPr>
            <p14:xfrm>
              <a:off x="12887449" y="3016991"/>
              <a:ext cx="1650240" cy="5063400"/>
            </p14:xfrm>
          </p:contentPart>
        </mc:Choice>
        <mc:Fallback xmlns="">
          <p:pic>
            <p:nvPicPr>
              <p:cNvPr id="25" name="Ink 24">
                <a:extLst>
                  <a:ext uri="{FF2B5EF4-FFF2-40B4-BE49-F238E27FC236}">
                    <a16:creationId xmlns:a16="http://schemas.microsoft.com/office/drawing/2014/main" id="{E4DC4D1D-88C4-1C28-03D7-5EE74A0ADCC2}"/>
                  </a:ext>
                </a:extLst>
              </p:cNvPr>
              <p:cNvPicPr/>
              <p:nvPr/>
            </p:nvPicPr>
            <p:blipFill>
              <a:blip r:embed="rId14"/>
              <a:stretch>
                <a:fillRect/>
              </a:stretch>
            </p:blipFill>
            <p:spPr>
              <a:xfrm>
                <a:off x="12824809" y="2953991"/>
                <a:ext cx="1775880" cy="5189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3A77F365-03B8-57C9-EA2C-1F6D9678524E}"/>
                  </a:ext>
                </a:extLst>
              </p14:cNvPr>
              <p14:cNvContentPartPr/>
              <p14:nvPr/>
            </p14:nvContentPartPr>
            <p14:xfrm>
              <a:off x="12933889" y="7906511"/>
              <a:ext cx="1546200" cy="67320"/>
            </p14:xfrm>
          </p:contentPart>
        </mc:Choice>
        <mc:Fallback xmlns="">
          <p:pic>
            <p:nvPicPr>
              <p:cNvPr id="26" name="Ink 25">
                <a:extLst>
                  <a:ext uri="{FF2B5EF4-FFF2-40B4-BE49-F238E27FC236}">
                    <a16:creationId xmlns:a16="http://schemas.microsoft.com/office/drawing/2014/main" id="{3A77F365-03B8-57C9-EA2C-1F6D9678524E}"/>
                  </a:ext>
                </a:extLst>
              </p:cNvPr>
              <p:cNvPicPr/>
              <p:nvPr/>
            </p:nvPicPr>
            <p:blipFill>
              <a:blip r:embed="rId16"/>
              <a:stretch>
                <a:fillRect/>
              </a:stretch>
            </p:blipFill>
            <p:spPr>
              <a:xfrm>
                <a:off x="12870889" y="7843871"/>
                <a:ext cx="1671840" cy="192960"/>
              </a:xfrm>
              <a:prstGeom prst="rect">
                <a:avLst/>
              </a:prstGeom>
            </p:spPr>
          </p:pic>
        </mc:Fallback>
      </mc:AlternateContent>
      <p:pic>
        <p:nvPicPr>
          <p:cNvPr id="27" name="Picture 26">
            <a:extLst>
              <a:ext uri="{FF2B5EF4-FFF2-40B4-BE49-F238E27FC236}">
                <a16:creationId xmlns:a16="http://schemas.microsoft.com/office/drawing/2014/main" id="{58B5DF7D-6C2B-7B69-0894-ED81CEAE82F2}"/>
              </a:ext>
            </a:extLst>
          </p:cNvPr>
          <p:cNvPicPr>
            <a:picLocks noChangeAspect="1"/>
          </p:cNvPicPr>
          <p:nvPr/>
        </p:nvPicPr>
        <p:blipFill>
          <a:blip r:embed="rId17"/>
          <a:stretch>
            <a:fillRect/>
          </a:stretch>
        </p:blipFill>
        <p:spPr>
          <a:xfrm>
            <a:off x="8980989" y="1318498"/>
            <a:ext cx="4696480" cy="59481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5984677" y="739497"/>
            <a:ext cx="8092916" cy="444937"/>
          </a:xfrm>
          <a:prstGeom prst="rect">
            <a:avLst/>
          </a:prstGeom>
          <a:noFill/>
          <a:ln/>
        </p:spPr>
        <p:txBody>
          <a:bodyPr wrap="none" lIns="0" tIns="0" rIns="0" bIns="0" rtlCol="0" anchor="t"/>
          <a:lstStyle/>
          <a:p>
            <a:pPr marL="0" indent="0" algn="l">
              <a:lnSpc>
                <a:spcPts val="3500"/>
              </a:lnSpc>
              <a:buNone/>
            </a:pPr>
            <a:r>
              <a:rPr lang="en-US" sz="2800" b="1" dirty="0">
                <a:solidFill>
                  <a:srgbClr val="000000"/>
                </a:solidFill>
                <a:latin typeface="Times New Roman" panose="02020603050405020304" pitchFamily="18" charset="0"/>
                <a:ea typeface="Inter Bold" pitchFamily="34" charset="-122"/>
                <a:cs typeface="Times New Roman" panose="02020603050405020304" pitchFamily="18" charset="0"/>
              </a:rPr>
              <a:t>Week 2 Focus: Feature Engineering Excellence</a:t>
            </a:r>
            <a:endParaRPr lang="en-US" sz="2800" dirty="0">
              <a:latin typeface="Times New Roman" panose="02020603050405020304" pitchFamily="18" charset="0"/>
              <a:cs typeface="Times New Roman" panose="02020603050405020304" pitchFamily="18" charset="0"/>
            </a:endParaRPr>
          </a:p>
        </p:txBody>
      </p:sp>
      <p:sp>
        <p:nvSpPr>
          <p:cNvPr id="4" name="Text 1"/>
          <p:cNvSpPr/>
          <p:nvPr/>
        </p:nvSpPr>
        <p:spPr>
          <a:xfrm>
            <a:off x="5984677" y="1397913"/>
            <a:ext cx="8147447" cy="455533"/>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Transform raw variables into meaningful analytical dimensions that unlock deeper insights and enable sophisticated segmentation strategies.</a:t>
            </a:r>
            <a:endParaRPr lang="en-US" sz="1100" dirty="0">
              <a:latin typeface="Times New Roman" panose="02020603050405020304" pitchFamily="18" charset="0"/>
              <a:cs typeface="Times New Roman" panose="02020603050405020304" pitchFamily="18" charset="0"/>
            </a:endParaRPr>
          </a:p>
        </p:txBody>
      </p:sp>
      <p:sp>
        <p:nvSpPr>
          <p:cNvPr id="5" name="Shape 2"/>
          <p:cNvSpPr/>
          <p:nvPr/>
        </p:nvSpPr>
        <p:spPr>
          <a:xfrm>
            <a:off x="5984677" y="2227064"/>
            <a:ext cx="8147447" cy="1048941"/>
          </a:xfrm>
          <a:prstGeom prst="roundRect">
            <a:avLst>
              <a:gd name="adj" fmla="val 6974"/>
            </a:avLst>
          </a:prstGeom>
          <a:solidFill>
            <a:srgbClr val="FFFFFF"/>
          </a:solidFill>
          <a:ln/>
        </p:spPr>
      </p:sp>
      <p:sp>
        <p:nvSpPr>
          <p:cNvPr id="6" name="Shape 3"/>
          <p:cNvSpPr/>
          <p:nvPr/>
        </p:nvSpPr>
        <p:spPr>
          <a:xfrm>
            <a:off x="5984677" y="2211824"/>
            <a:ext cx="8147447" cy="60960"/>
          </a:xfrm>
          <a:prstGeom prst="roundRect">
            <a:avLst>
              <a:gd name="adj" fmla="val 98105"/>
            </a:avLst>
          </a:prstGeom>
          <a:solidFill>
            <a:srgbClr val="4950BC"/>
          </a:solidFill>
          <a:ln/>
        </p:spPr>
      </p:sp>
      <p:sp>
        <p:nvSpPr>
          <p:cNvPr id="7" name="Shape 4"/>
          <p:cNvSpPr/>
          <p:nvPr/>
        </p:nvSpPr>
        <p:spPr>
          <a:xfrm>
            <a:off x="9844861" y="2013585"/>
            <a:ext cx="427077" cy="427077"/>
          </a:xfrm>
          <a:prstGeom prst="roundRect">
            <a:avLst>
              <a:gd name="adj" fmla="val 214107"/>
            </a:avLst>
          </a:prstGeom>
          <a:solidFill>
            <a:srgbClr val="4950BC"/>
          </a:solidFill>
          <a:ln/>
        </p:spPr>
      </p:sp>
      <p:sp>
        <p:nvSpPr>
          <p:cNvPr id="8" name="Text 5"/>
          <p:cNvSpPr/>
          <p:nvPr/>
        </p:nvSpPr>
        <p:spPr>
          <a:xfrm>
            <a:off x="9972973" y="2120384"/>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p:txBody>
      </p:sp>
      <p:sp>
        <p:nvSpPr>
          <p:cNvPr id="9" name="Text 6"/>
          <p:cNvSpPr/>
          <p:nvPr/>
        </p:nvSpPr>
        <p:spPr>
          <a:xfrm>
            <a:off x="6142196" y="2582942"/>
            <a:ext cx="2156341"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Missing Value Treatment</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6142196" y="2890718"/>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Apply imputation strategies or exclusion rules based on data missingness patterns and business logic</a:t>
            </a:r>
            <a:endParaRPr lang="en-US" sz="1100" dirty="0">
              <a:latin typeface="Times New Roman" panose="02020603050405020304" pitchFamily="18" charset="0"/>
              <a:cs typeface="Times New Roman" panose="02020603050405020304" pitchFamily="18" charset="0"/>
            </a:endParaRPr>
          </a:p>
        </p:txBody>
      </p:sp>
      <p:sp>
        <p:nvSpPr>
          <p:cNvPr id="11" name="Shape 8"/>
          <p:cNvSpPr/>
          <p:nvPr/>
        </p:nvSpPr>
        <p:spPr>
          <a:xfrm>
            <a:off x="5984677" y="3631763"/>
            <a:ext cx="8147447" cy="1048941"/>
          </a:xfrm>
          <a:prstGeom prst="roundRect">
            <a:avLst>
              <a:gd name="adj" fmla="val 6974"/>
            </a:avLst>
          </a:prstGeom>
          <a:solidFill>
            <a:srgbClr val="FFFFFF"/>
          </a:solidFill>
          <a:ln/>
        </p:spPr>
      </p:sp>
      <p:sp>
        <p:nvSpPr>
          <p:cNvPr id="12" name="Shape 9"/>
          <p:cNvSpPr/>
          <p:nvPr/>
        </p:nvSpPr>
        <p:spPr>
          <a:xfrm>
            <a:off x="5984677" y="3616523"/>
            <a:ext cx="8147447" cy="60960"/>
          </a:xfrm>
          <a:prstGeom prst="roundRect">
            <a:avLst>
              <a:gd name="adj" fmla="val 98105"/>
            </a:avLst>
          </a:prstGeom>
          <a:solidFill>
            <a:srgbClr val="4950BC"/>
          </a:solidFill>
          <a:ln/>
        </p:spPr>
      </p:sp>
      <p:sp>
        <p:nvSpPr>
          <p:cNvPr id="13" name="Shape 10"/>
          <p:cNvSpPr/>
          <p:nvPr/>
        </p:nvSpPr>
        <p:spPr>
          <a:xfrm>
            <a:off x="9844861" y="3418284"/>
            <a:ext cx="427077" cy="427077"/>
          </a:xfrm>
          <a:prstGeom prst="roundRect">
            <a:avLst>
              <a:gd name="adj" fmla="val 214107"/>
            </a:avLst>
          </a:prstGeom>
          <a:solidFill>
            <a:srgbClr val="4950BC"/>
          </a:solidFill>
          <a:ln/>
        </p:spPr>
      </p:sp>
      <p:sp>
        <p:nvSpPr>
          <p:cNvPr id="14" name="Text 11"/>
          <p:cNvSpPr/>
          <p:nvPr/>
        </p:nvSpPr>
        <p:spPr>
          <a:xfrm>
            <a:off x="9972973" y="3525083"/>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p:txBody>
      </p:sp>
      <p:sp>
        <p:nvSpPr>
          <p:cNvPr id="15" name="Text 12"/>
          <p:cNvSpPr/>
          <p:nvPr/>
        </p:nvSpPr>
        <p:spPr>
          <a:xfrm>
            <a:off x="6142196" y="3987641"/>
            <a:ext cx="2228850"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Category Standardization</a:t>
            </a:r>
            <a:endParaRPr lang="en-US" sz="1400" dirty="0">
              <a:latin typeface="Times New Roman" panose="02020603050405020304" pitchFamily="18" charset="0"/>
              <a:cs typeface="Times New Roman" panose="02020603050405020304" pitchFamily="18" charset="0"/>
            </a:endParaRPr>
          </a:p>
        </p:txBody>
      </p:sp>
      <p:sp>
        <p:nvSpPr>
          <p:cNvPr id="16" name="Text 13"/>
          <p:cNvSpPr/>
          <p:nvPr/>
        </p:nvSpPr>
        <p:spPr>
          <a:xfrm>
            <a:off x="6142196" y="4295418"/>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Resolve inconsistent categorical values and establish uniform naming conventions</a:t>
            </a:r>
            <a:endParaRPr lang="en-US" sz="1100" dirty="0">
              <a:latin typeface="Times New Roman" panose="02020603050405020304" pitchFamily="18" charset="0"/>
              <a:cs typeface="Times New Roman" panose="02020603050405020304" pitchFamily="18" charset="0"/>
            </a:endParaRPr>
          </a:p>
        </p:txBody>
      </p:sp>
      <p:sp>
        <p:nvSpPr>
          <p:cNvPr id="17" name="Shape 14"/>
          <p:cNvSpPr/>
          <p:nvPr/>
        </p:nvSpPr>
        <p:spPr>
          <a:xfrm>
            <a:off x="5984677" y="5036463"/>
            <a:ext cx="8147447" cy="1048941"/>
          </a:xfrm>
          <a:prstGeom prst="roundRect">
            <a:avLst>
              <a:gd name="adj" fmla="val 6974"/>
            </a:avLst>
          </a:prstGeom>
          <a:solidFill>
            <a:srgbClr val="FFFFFF"/>
          </a:solidFill>
          <a:ln/>
        </p:spPr>
      </p:sp>
      <p:sp>
        <p:nvSpPr>
          <p:cNvPr id="18" name="Shape 15"/>
          <p:cNvSpPr/>
          <p:nvPr/>
        </p:nvSpPr>
        <p:spPr>
          <a:xfrm>
            <a:off x="5984677" y="5021223"/>
            <a:ext cx="8147447" cy="60960"/>
          </a:xfrm>
          <a:prstGeom prst="roundRect">
            <a:avLst>
              <a:gd name="adj" fmla="val 98105"/>
            </a:avLst>
          </a:prstGeom>
          <a:solidFill>
            <a:srgbClr val="4950BC"/>
          </a:solidFill>
          <a:ln/>
        </p:spPr>
      </p:sp>
      <p:sp>
        <p:nvSpPr>
          <p:cNvPr id="19" name="Shape 16"/>
          <p:cNvSpPr/>
          <p:nvPr/>
        </p:nvSpPr>
        <p:spPr>
          <a:xfrm>
            <a:off x="9844861" y="4822984"/>
            <a:ext cx="427077" cy="427077"/>
          </a:xfrm>
          <a:prstGeom prst="roundRect">
            <a:avLst>
              <a:gd name="adj" fmla="val 214107"/>
            </a:avLst>
          </a:prstGeom>
          <a:solidFill>
            <a:srgbClr val="4950BC"/>
          </a:solidFill>
          <a:ln/>
        </p:spPr>
      </p:sp>
      <p:sp>
        <p:nvSpPr>
          <p:cNvPr id="20" name="Text 17"/>
          <p:cNvSpPr/>
          <p:nvPr/>
        </p:nvSpPr>
        <p:spPr>
          <a:xfrm>
            <a:off x="9972973" y="4929783"/>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3</a:t>
            </a:r>
            <a:endParaRPr lang="en-US" sz="1300" dirty="0">
              <a:latin typeface="Times New Roman" panose="02020603050405020304" pitchFamily="18" charset="0"/>
              <a:cs typeface="Times New Roman" panose="02020603050405020304" pitchFamily="18" charset="0"/>
            </a:endParaRPr>
          </a:p>
        </p:txBody>
      </p:sp>
      <p:sp>
        <p:nvSpPr>
          <p:cNvPr id="21" name="Text 18"/>
          <p:cNvSpPr/>
          <p:nvPr/>
        </p:nvSpPr>
        <p:spPr>
          <a:xfrm>
            <a:off x="6142196" y="5392341"/>
            <a:ext cx="2024062"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Derived Fields Creation</a:t>
            </a:r>
            <a:endParaRPr lang="en-US" sz="1400" dirty="0">
              <a:latin typeface="Times New Roman" panose="02020603050405020304" pitchFamily="18" charset="0"/>
              <a:cs typeface="Times New Roman" panose="02020603050405020304" pitchFamily="18" charset="0"/>
            </a:endParaRPr>
          </a:p>
        </p:txBody>
      </p:sp>
      <p:sp>
        <p:nvSpPr>
          <p:cNvPr id="22" name="Text 19"/>
          <p:cNvSpPr/>
          <p:nvPr/>
        </p:nvSpPr>
        <p:spPr>
          <a:xfrm>
            <a:off x="6142196" y="5700117"/>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Engineer age bands, weekday/weekend flags, and device/activity share metrics</a:t>
            </a:r>
            <a:endParaRPr lang="en-US" sz="1100" dirty="0">
              <a:latin typeface="Times New Roman" panose="02020603050405020304" pitchFamily="18" charset="0"/>
              <a:cs typeface="Times New Roman" panose="02020603050405020304" pitchFamily="18" charset="0"/>
            </a:endParaRPr>
          </a:p>
        </p:txBody>
      </p:sp>
      <p:sp>
        <p:nvSpPr>
          <p:cNvPr id="23" name="Shape 20"/>
          <p:cNvSpPr/>
          <p:nvPr/>
        </p:nvSpPr>
        <p:spPr>
          <a:xfrm>
            <a:off x="5984677" y="6441162"/>
            <a:ext cx="8147447" cy="1048941"/>
          </a:xfrm>
          <a:prstGeom prst="roundRect">
            <a:avLst>
              <a:gd name="adj" fmla="val 6974"/>
            </a:avLst>
          </a:prstGeom>
          <a:solidFill>
            <a:srgbClr val="FFFFFF"/>
          </a:solidFill>
          <a:ln/>
        </p:spPr>
      </p:sp>
      <p:sp>
        <p:nvSpPr>
          <p:cNvPr id="24" name="Shape 21"/>
          <p:cNvSpPr/>
          <p:nvPr/>
        </p:nvSpPr>
        <p:spPr>
          <a:xfrm>
            <a:off x="5984677" y="6425922"/>
            <a:ext cx="8147447" cy="60960"/>
          </a:xfrm>
          <a:prstGeom prst="roundRect">
            <a:avLst>
              <a:gd name="adj" fmla="val 98105"/>
            </a:avLst>
          </a:prstGeom>
          <a:solidFill>
            <a:srgbClr val="4950BC"/>
          </a:solidFill>
          <a:ln/>
        </p:spPr>
      </p:sp>
      <p:sp>
        <p:nvSpPr>
          <p:cNvPr id="25" name="Shape 22"/>
          <p:cNvSpPr/>
          <p:nvPr/>
        </p:nvSpPr>
        <p:spPr>
          <a:xfrm>
            <a:off x="9844861" y="6227683"/>
            <a:ext cx="427077" cy="427077"/>
          </a:xfrm>
          <a:prstGeom prst="roundRect">
            <a:avLst>
              <a:gd name="adj" fmla="val 214107"/>
            </a:avLst>
          </a:prstGeom>
          <a:solidFill>
            <a:srgbClr val="4950BC"/>
          </a:solidFill>
          <a:ln/>
        </p:spPr>
      </p:sp>
      <p:sp>
        <p:nvSpPr>
          <p:cNvPr id="26" name="Text 23"/>
          <p:cNvSpPr/>
          <p:nvPr/>
        </p:nvSpPr>
        <p:spPr>
          <a:xfrm>
            <a:off x="9972973" y="6334482"/>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4</a:t>
            </a:r>
            <a:endParaRPr lang="en-US" sz="1300" dirty="0">
              <a:latin typeface="Times New Roman" panose="02020603050405020304" pitchFamily="18" charset="0"/>
              <a:cs typeface="Times New Roman" panose="02020603050405020304" pitchFamily="18" charset="0"/>
            </a:endParaRPr>
          </a:p>
        </p:txBody>
      </p:sp>
      <p:sp>
        <p:nvSpPr>
          <p:cNvPr id="27" name="Text 24"/>
          <p:cNvSpPr/>
          <p:nvPr/>
        </p:nvSpPr>
        <p:spPr>
          <a:xfrm>
            <a:off x="6142196" y="6797040"/>
            <a:ext cx="1805464"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Temporal Formatting</a:t>
            </a:r>
            <a:endParaRPr lang="en-US" sz="1400" dirty="0">
              <a:latin typeface="Times New Roman" panose="02020603050405020304" pitchFamily="18" charset="0"/>
              <a:cs typeface="Times New Roman" panose="02020603050405020304" pitchFamily="18" charset="0"/>
            </a:endParaRPr>
          </a:p>
        </p:txBody>
      </p:sp>
      <p:sp>
        <p:nvSpPr>
          <p:cNvPr id="28" name="Text 25"/>
          <p:cNvSpPr/>
          <p:nvPr/>
        </p:nvSpPr>
        <p:spPr>
          <a:xfrm>
            <a:off x="6142196" y="7104817"/>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Standardize date/time fields to enable chronological analysis and pattern detection</a:t>
            </a:r>
            <a:endParaRPr lang="en-US" sz="11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29" name="Ink 28">
                <a:extLst>
                  <a:ext uri="{FF2B5EF4-FFF2-40B4-BE49-F238E27FC236}">
                    <a16:creationId xmlns:a16="http://schemas.microsoft.com/office/drawing/2014/main" id="{AFCBB28B-BB14-7AC4-F41F-15759E0BAED4}"/>
                  </a:ext>
                </a:extLst>
              </p14:cNvPr>
              <p14:cNvContentPartPr/>
              <p14:nvPr/>
            </p14:nvContentPartPr>
            <p14:xfrm>
              <a:off x="12962795" y="7852151"/>
              <a:ext cx="1584720" cy="33480"/>
            </p14:xfrm>
          </p:contentPart>
        </mc:Choice>
        <mc:Fallback xmlns="">
          <p:pic>
            <p:nvPicPr>
              <p:cNvPr id="29" name="Ink 28">
                <a:extLst>
                  <a:ext uri="{FF2B5EF4-FFF2-40B4-BE49-F238E27FC236}">
                    <a16:creationId xmlns:a16="http://schemas.microsoft.com/office/drawing/2014/main" id="{AFCBB28B-BB14-7AC4-F41F-15759E0BAED4}"/>
                  </a:ext>
                </a:extLst>
              </p:cNvPr>
              <p:cNvPicPr/>
              <p:nvPr/>
            </p:nvPicPr>
            <p:blipFill>
              <a:blip r:embed="rId5"/>
              <a:stretch>
                <a:fillRect/>
              </a:stretch>
            </p:blipFill>
            <p:spPr>
              <a:xfrm>
                <a:off x="12899795" y="7789511"/>
                <a:ext cx="17103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E0458D05-7D6B-AC35-E38D-87376A973687}"/>
                  </a:ext>
                </a:extLst>
              </p14:cNvPr>
              <p14:cNvContentPartPr/>
              <p14:nvPr/>
            </p14:nvContentPartPr>
            <p14:xfrm>
              <a:off x="12904115" y="7895711"/>
              <a:ext cx="1608120" cy="154440"/>
            </p14:xfrm>
          </p:contentPart>
        </mc:Choice>
        <mc:Fallback xmlns="">
          <p:pic>
            <p:nvPicPr>
              <p:cNvPr id="30" name="Ink 29">
                <a:extLst>
                  <a:ext uri="{FF2B5EF4-FFF2-40B4-BE49-F238E27FC236}">
                    <a16:creationId xmlns:a16="http://schemas.microsoft.com/office/drawing/2014/main" id="{E0458D05-7D6B-AC35-E38D-87376A973687}"/>
                  </a:ext>
                </a:extLst>
              </p:cNvPr>
              <p:cNvPicPr/>
              <p:nvPr/>
            </p:nvPicPr>
            <p:blipFill>
              <a:blip r:embed="rId7"/>
              <a:stretch>
                <a:fillRect/>
              </a:stretch>
            </p:blipFill>
            <p:spPr>
              <a:xfrm>
                <a:off x="12841115" y="7833071"/>
                <a:ext cx="173376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2EE0B99C-2F08-6E58-75FC-C2775A638D45}"/>
                  </a:ext>
                </a:extLst>
              </p14:cNvPr>
              <p14:cNvContentPartPr/>
              <p14:nvPr/>
            </p14:nvContentPartPr>
            <p14:xfrm>
              <a:off x="12941195" y="8057351"/>
              <a:ext cx="1432080" cy="720"/>
            </p14:xfrm>
          </p:contentPart>
        </mc:Choice>
        <mc:Fallback xmlns="">
          <p:pic>
            <p:nvPicPr>
              <p:cNvPr id="32" name="Ink 31">
                <a:extLst>
                  <a:ext uri="{FF2B5EF4-FFF2-40B4-BE49-F238E27FC236}">
                    <a16:creationId xmlns:a16="http://schemas.microsoft.com/office/drawing/2014/main" id="{2EE0B99C-2F08-6E58-75FC-C2775A638D45}"/>
                  </a:ext>
                </a:extLst>
              </p:cNvPr>
              <p:cNvPicPr/>
              <p:nvPr/>
            </p:nvPicPr>
            <p:blipFill>
              <a:blip r:embed="rId9"/>
              <a:stretch>
                <a:fillRect/>
              </a:stretch>
            </p:blipFill>
            <p:spPr>
              <a:xfrm>
                <a:off x="12878555" y="7931351"/>
                <a:ext cx="15577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3" name="Ink 32">
                <a:extLst>
                  <a:ext uri="{FF2B5EF4-FFF2-40B4-BE49-F238E27FC236}">
                    <a16:creationId xmlns:a16="http://schemas.microsoft.com/office/drawing/2014/main" id="{C62B5543-C8C9-FEA8-5F1E-38D8A2D6C912}"/>
                  </a:ext>
                </a:extLst>
              </p14:cNvPr>
              <p14:cNvContentPartPr/>
              <p14:nvPr/>
            </p14:nvContentPartPr>
            <p14:xfrm>
              <a:off x="14350595" y="7917671"/>
              <a:ext cx="360" cy="360"/>
            </p14:xfrm>
          </p:contentPart>
        </mc:Choice>
        <mc:Fallback xmlns="">
          <p:pic>
            <p:nvPicPr>
              <p:cNvPr id="33" name="Ink 32">
                <a:extLst>
                  <a:ext uri="{FF2B5EF4-FFF2-40B4-BE49-F238E27FC236}">
                    <a16:creationId xmlns:a16="http://schemas.microsoft.com/office/drawing/2014/main" id="{C62B5543-C8C9-FEA8-5F1E-38D8A2D6C912}"/>
                  </a:ext>
                </a:extLst>
              </p:cNvPr>
              <p:cNvPicPr/>
              <p:nvPr/>
            </p:nvPicPr>
            <p:blipFill>
              <a:blip r:embed="rId11"/>
              <a:stretch>
                <a:fillRect/>
              </a:stretch>
            </p:blipFill>
            <p:spPr>
              <a:xfrm>
                <a:off x="14287955" y="7855031"/>
                <a:ext cx="126000" cy="126000"/>
              </a:xfrm>
              <a:prstGeom prst="rect">
                <a:avLst/>
              </a:prstGeom>
            </p:spPr>
          </p:pic>
        </mc:Fallback>
      </mc:AlternateContent>
      <p:pic>
        <p:nvPicPr>
          <p:cNvPr id="31" name="Picture 30">
            <a:extLst>
              <a:ext uri="{FF2B5EF4-FFF2-40B4-BE49-F238E27FC236}">
                <a16:creationId xmlns:a16="http://schemas.microsoft.com/office/drawing/2014/main" id="{42BAEBC9-1A82-26DB-EE6C-C66962B34CA0}"/>
              </a:ext>
            </a:extLst>
          </p:cNvPr>
          <p:cNvPicPr>
            <a:picLocks noChangeAspect="1"/>
          </p:cNvPicPr>
          <p:nvPr/>
        </p:nvPicPr>
        <p:blipFill>
          <a:blip r:embed="rId12"/>
          <a:stretch>
            <a:fillRect/>
          </a:stretch>
        </p:blipFill>
        <p:spPr>
          <a:xfrm>
            <a:off x="552806" y="632267"/>
            <a:ext cx="4232733" cy="1701596"/>
          </a:xfrm>
          <a:prstGeom prst="rect">
            <a:avLst/>
          </a:prstGeom>
        </p:spPr>
      </p:pic>
      <p:pic>
        <p:nvPicPr>
          <p:cNvPr id="35" name="Picture 34">
            <a:extLst>
              <a:ext uri="{FF2B5EF4-FFF2-40B4-BE49-F238E27FC236}">
                <a16:creationId xmlns:a16="http://schemas.microsoft.com/office/drawing/2014/main" id="{0D625D8A-19B5-CB3E-DCE1-20D3C6FF78AE}"/>
              </a:ext>
            </a:extLst>
          </p:cNvPr>
          <p:cNvPicPr>
            <a:picLocks noChangeAspect="1"/>
          </p:cNvPicPr>
          <p:nvPr/>
        </p:nvPicPr>
        <p:blipFill>
          <a:blip r:embed="rId13"/>
          <a:stretch>
            <a:fillRect/>
          </a:stretch>
        </p:blipFill>
        <p:spPr>
          <a:xfrm>
            <a:off x="655796" y="2582942"/>
            <a:ext cx="4129743" cy="2438281"/>
          </a:xfrm>
          <a:prstGeom prst="rect">
            <a:avLst/>
          </a:prstGeom>
        </p:spPr>
      </p:pic>
      <p:pic>
        <p:nvPicPr>
          <p:cNvPr id="37" name="Picture 36">
            <a:extLst>
              <a:ext uri="{FF2B5EF4-FFF2-40B4-BE49-F238E27FC236}">
                <a16:creationId xmlns:a16="http://schemas.microsoft.com/office/drawing/2014/main" id="{6F2E7169-1402-747D-F258-B7496E1DC2E1}"/>
              </a:ext>
            </a:extLst>
          </p:cNvPr>
          <p:cNvPicPr>
            <a:picLocks noChangeAspect="1"/>
          </p:cNvPicPr>
          <p:nvPr/>
        </p:nvPicPr>
        <p:blipFill>
          <a:blip r:embed="rId14"/>
          <a:stretch>
            <a:fillRect/>
          </a:stretch>
        </p:blipFill>
        <p:spPr>
          <a:xfrm>
            <a:off x="844212" y="5193501"/>
            <a:ext cx="3210373" cy="27245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164699" y="532924"/>
            <a:ext cx="7787402" cy="1211104"/>
          </a:xfrm>
          <a:prstGeom prst="rect">
            <a:avLst/>
          </a:prstGeom>
          <a:noFill/>
          <a:ln/>
        </p:spPr>
        <p:txBody>
          <a:bodyPr wrap="square" lIns="0" tIns="0" rIns="0" bIns="0" rtlCol="0" anchor="t"/>
          <a:lstStyle/>
          <a:p>
            <a:pPr marL="0" indent="0" algn="l">
              <a:lnSpc>
                <a:spcPts val="4750"/>
              </a:lnSpc>
              <a:buNone/>
            </a:pPr>
            <a:r>
              <a:rPr lang="en-US" sz="3800" b="1" dirty="0">
                <a:solidFill>
                  <a:srgbClr val="000000"/>
                </a:solidFill>
                <a:latin typeface="Times New Roman" panose="02020603050405020304" pitchFamily="18" charset="0"/>
                <a:ea typeface="Inter Bold" pitchFamily="34" charset="-122"/>
                <a:cs typeface="Times New Roman" panose="02020603050405020304" pitchFamily="18" charset="0"/>
              </a:rPr>
              <a:t>Milestone 2: Visual Exploration and Trends</a:t>
            </a:r>
            <a:endParaRPr lang="en-US" sz="3800" dirty="0">
              <a:latin typeface="Times New Roman" panose="02020603050405020304" pitchFamily="18" charset="0"/>
              <a:cs typeface="Times New Roman" panose="02020603050405020304" pitchFamily="18" charset="0"/>
            </a:endParaRPr>
          </a:p>
        </p:txBody>
      </p:sp>
      <p:sp>
        <p:nvSpPr>
          <p:cNvPr id="4" name="Text 1"/>
          <p:cNvSpPr/>
          <p:nvPr/>
        </p:nvSpPr>
        <p:spPr>
          <a:xfrm>
            <a:off x="6164699" y="2034659"/>
            <a:ext cx="7787402" cy="62007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Weeks 3-4 focus on revealing patterns through systematic visual analysis, comparing distributions across demographics and uncovering usage behaviors.</a:t>
            </a:r>
            <a:endParaRPr lang="en-US" sz="1500" dirty="0">
              <a:latin typeface="Times New Roman" panose="02020603050405020304" pitchFamily="18" charset="0"/>
              <a:cs typeface="Times New Roman" panose="02020603050405020304" pitchFamily="18" charset="0"/>
            </a:endParaRPr>
          </a:p>
        </p:txBody>
      </p:sp>
      <p:pic>
        <p:nvPicPr>
          <p:cNvPr id="5" name="Image 1" descr="preencoded.png"/>
          <p:cNvPicPr>
            <a:picLocks noChangeAspect="1"/>
          </p:cNvPicPr>
          <p:nvPr/>
        </p:nvPicPr>
        <p:blipFill>
          <a:blip r:embed="rId3"/>
          <a:stretch>
            <a:fillRect/>
          </a:stretch>
        </p:blipFill>
        <p:spPr>
          <a:xfrm>
            <a:off x="6164699" y="2872740"/>
            <a:ext cx="968931" cy="1736527"/>
          </a:xfrm>
          <a:prstGeom prst="rect">
            <a:avLst/>
          </a:prstGeom>
        </p:spPr>
      </p:pic>
      <p:sp>
        <p:nvSpPr>
          <p:cNvPr id="6" name="Text 2"/>
          <p:cNvSpPr/>
          <p:nvPr/>
        </p:nvSpPr>
        <p:spPr>
          <a:xfrm>
            <a:off x="7327344" y="3066455"/>
            <a:ext cx="3164919" cy="302776"/>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Week 3: Core Distributions</a:t>
            </a:r>
            <a:endParaRPr lang="en-US" sz="1900" dirty="0">
              <a:latin typeface="Times New Roman" panose="02020603050405020304" pitchFamily="18" charset="0"/>
              <a:cs typeface="Times New Roman" panose="02020603050405020304" pitchFamily="18" charset="0"/>
            </a:endParaRPr>
          </a:p>
        </p:txBody>
      </p:sp>
      <p:sp>
        <p:nvSpPr>
          <p:cNvPr id="7" name="Text 3"/>
          <p:cNvSpPr/>
          <p:nvPr/>
        </p:nvSpPr>
        <p:spPr>
          <a:xfrm>
            <a:off x="7327344" y="3485436"/>
            <a:ext cx="6624757" cy="930116"/>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Analyze daily hours, age bands, and device usage through histograms, boxplots, and comparative visualizations across gender, age, and location</a:t>
            </a:r>
            <a:endParaRPr lang="en-US" sz="1500" dirty="0">
              <a:latin typeface="Times New Roman" panose="02020603050405020304" pitchFamily="18" charset="0"/>
              <a:cs typeface="Times New Roman" panose="02020603050405020304" pitchFamily="18" charset="0"/>
            </a:endParaRPr>
          </a:p>
        </p:txBody>
      </p:sp>
      <p:pic>
        <p:nvPicPr>
          <p:cNvPr id="8" name="Image 2" descr="preencoded.png"/>
          <p:cNvPicPr>
            <a:picLocks noChangeAspect="1"/>
          </p:cNvPicPr>
          <p:nvPr/>
        </p:nvPicPr>
        <p:blipFill>
          <a:blip r:embed="rId4"/>
          <a:stretch>
            <a:fillRect/>
          </a:stretch>
        </p:blipFill>
        <p:spPr>
          <a:xfrm>
            <a:off x="6164699" y="4609267"/>
            <a:ext cx="968931" cy="1736527"/>
          </a:xfrm>
          <a:prstGeom prst="rect">
            <a:avLst/>
          </a:prstGeom>
        </p:spPr>
      </p:pic>
      <p:sp>
        <p:nvSpPr>
          <p:cNvPr id="9" name="Text 4"/>
          <p:cNvSpPr/>
          <p:nvPr/>
        </p:nvSpPr>
        <p:spPr>
          <a:xfrm>
            <a:off x="7327344" y="4802981"/>
            <a:ext cx="3335536" cy="302776"/>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Week 4: Behavioral Patterns</a:t>
            </a:r>
            <a:endParaRPr lang="en-US" sz="1900" dirty="0">
              <a:latin typeface="Times New Roman" panose="02020603050405020304" pitchFamily="18" charset="0"/>
              <a:cs typeface="Times New Roman" panose="02020603050405020304" pitchFamily="18" charset="0"/>
            </a:endParaRPr>
          </a:p>
        </p:txBody>
      </p:sp>
      <p:sp>
        <p:nvSpPr>
          <p:cNvPr id="10" name="Text 5"/>
          <p:cNvSpPr/>
          <p:nvPr/>
        </p:nvSpPr>
        <p:spPr>
          <a:xfrm>
            <a:off x="7327344" y="5221962"/>
            <a:ext cx="6624757" cy="930116"/>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Compare device mix and activity categories across demographics, highlighting weekday versus weekend differences and temporal usage patterns</a:t>
            </a:r>
            <a:endParaRPr lang="en-US" sz="1500" dirty="0">
              <a:latin typeface="Times New Roman" panose="02020603050405020304" pitchFamily="18" charset="0"/>
              <a:cs typeface="Times New Roman" panose="02020603050405020304" pitchFamily="18" charset="0"/>
            </a:endParaRPr>
          </a:p>
        </p:txBody>
      </p:sp>
      <p:sp>
        <p:nvSpPr>
          <p:cNvPr id="11" name="Shape 6"/>
          <p:cNvSpPr/>
          <p:nvPr/>
        </p:nvSpPr>
        <p:spPr>
          <a:xfrm>
            <a:off x="6164699" y="6563797"/>
            <a:ext cx="7787402" cy="1133237"/>
          </a:xfrm>
          <a:prstGeom prst="roundRect">
            <a:avLst>
              <a:gd name="adj" fmla="val 7183"/>
            </a:avLst>
          </a:prstGeom>
          <a:solidFill>
            <a:srgbClr val="C7C9EA"/>
          </a:solidFill>
          <a:ln/>
        </p:spPr>
      </p:sp>
      <p:pic>
        <p:nvPicPr>
          <p:cNvPr id="12" name="Image 3" descr="preencoded.png"/>
          <p:cNvPicPr>
            <a:picLocks noChangeAspect="1"/>
          </p:cNvPicPr>
          <p:nvPr/>
        </p:nvPicPr>
        <p:blipFill>
          <a:blip r:embed="rId5"/>
          <a:stretch>
            <a:fillRect/>
          </a:stretch>
        </p:blipFill>
        <p:spPr>
          <a:xfrm>
            <a:off x="6358414" y="6857286"/>
            <a:ext cx="242173" cy="193715"/>
          </a:xfrm>
          <a:prstGeom prst="rect">
            <a:avLst/>
          </a:prstGeom>
        </p:spPr>
      </p:pic>
      <p:sp>
        <p:nvSpPr>
          <p:cNvPr id="13" name="Text 7"/>
          <p:cNvSpPr/>
          <p:nvPr/>
        </p:nvSpPr>
        <p:spPr>
          <a:xfrm>
            <a:off x="6794302" y="6805851"/>
            <a:ext cx="6964085" cy="620078"/>
          </a:xfrm>
          <a:prstGeom prst="rect">
            <a:avLst/>
          </a:prstGeom>
          <a:noFill/>
          <a:ln/>
        </p:spPr>
        <p:txBody>
          <a:bodyPr wrap="square" lIns="0" tIns="0" rIns="0" bIns="0" rtlCol="0" anchor="t"/>
          <a:lstStyle/>
          <a:p>
            <a:pPr marL="0" indent="0" algn="l">
              <a:lnSpc>
                <a:spcPts val="2400"/>
              </a:lnSpc>
              <a:buNone/>
            </a:pPr>
            <a:r>
              <a:rPr lang="en-US" sz="1500" dirty="0">
                <a:solidFill>
                  <a:srgbClr val="000000"/>
                </a:solidFill>
                <a:latin typeface="Times New Roman" panose="02020603050405020304" pitchFamily="18" charset="0"/>
                <a:ea typeface="Inter" pitchFamily="34" charset="-122"/>
                <a:cs typeface="Times New Roman" panose="02020603050405020304" pitchFamily="18" charset="0"/>
              </a:rPr>
              <a:t>Deliverable Target: Minimum 8 high-quality visualizations with documented observations on peak usage cohorts</a:t>
            </a:r>
            <a:endParaRPr lang="en-US" sz="15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E9D80AC7-E49A-1904-3512-03A4B82EAAB8}"/>
                  </a:ext>
                </a:extLst>
              </p14:cNvPr>
              <p14:cNvContentPartPr/>
              <p14:nvPr/>
            </p14:nvContentPartPr>
            <p14:xfrm>
              <a:off x="12811955" y="7825151"/>
              <a:ext cx="1550520" cy="185400"/>
            </p14:xfrm>
          </p:contentPart>
        </mc:Choice>
        <mc:Fallback xmlns="">
          <p:pic>
            <p:nvPicPr>
              <p:cNvPr id="18" name="Ink 17">
                <a:extLst>
                  <a:ext uri="{FF2B5EF4-FFF2-40B4-BE49-F238E27FC236}">
                    <a16:creationId xmlns:a16="http://schemas.microsoft.com/office/drawing/2014/main" id="{E9D80AC7-E49A-1904-3512-03A4B82EAAB8}"/>
                  </a:ext>
                </a:extLst>
              </p:cNvPr>
              <p:cNvPicPr/>
              <p:nvPr/>
            </p:nvPicPr>
            <p:blipFill>
              <a:blip r:embed="rId8"/>
              <a:stretch>
                <a:fillRect/>
              </a:stretch>
            </p:blipFill>
            <p:spPr>
              <a:xfrm>
                <a:off x="12749315" y="7762151"/>
                <a:ext cx="1676160" cy="311040"/>
              </a:xfrm>
              <a:prstGeom prst="rect">
                <a:avLst/>
              </a:prstGeom>
            </p:spPr>
          </p:pic>
        </mc:Fallback>
      </mc:AlternateContent>
      <p:grpSp>
        <p:nvGrpSpPr>
          <p:cNvPr id="20" name="Group 19">
            <a:extLst>
              <a:ext uri="{FF2B5EF4-FFF2-40B4-BE49-F238E27FC236}">
                <a16:creationId xmlns:a16="http://schemas.microsoft.com/office/drawing/2014/main" id="{88793220-3336-B845-E751-7F472F8FFC7C}"/>
              </a:ext>
            </a:extLst>
          </p:cNvPr>
          <p:cNvGrpSpPr/>
          <p:nvPr/>
        </p:nvGrpSpPr>
        <p:grpSpPr>
          <a:xfrm>
            <a:off x="12790715" y="7853231"/>
            <a:ext cx="1678680" cy="248040"/>
            <a:chOff x="12790715" y="7853231"/>
            <a:chExt cx="1678680" cy="248040"/>
          </a:xfrm>
        </p:grpSpPr>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57D74FD4-A925-473B-1C62-AB884CEFB3E1}"/>
                    </a:ext>
                  </a:extLst>
                </p14:cNvPr>
                <p14:cNvContentPartPr/>
                <p14:nvPr/>
              </p14:nvContentPartPr>
              <p14:xfrm>
                <a:off x="12951995" y="7853231"/>
                <a:ext cx="1510200" cy="170640"/>
              </p14:xfrm>
            </p:contentPart>
          </mc:Choice>
          <mc:Fallback xmlns="">
            <p:pic>
              <p:nvPicPr>
                <p:cNvPr id="14" name="Ink 13">
                  <a:extLst>
                    <a:ext uri="{FF2B5EF4-FFF2-40B4-BE49-F238E27FC236}">
                      <a16:creationId xmlns:a16="http://schemas.microsoft.com/office/drawing/2014/main" id="{57D74FD4-A925-473B-1C62-AB884CEFB3E1}"/>
                    </a:ext>
                  </a:extLst>
                </p:cNvPr>
                <p:cNvPicPr/>
                <p:nvPr/>
              </p:nvPicPr>
              <p:blipFill>
                <a:blip r:embed="rId10"/>
                <a:stretch>
                  <a:fillRect/>
                </a:stretch>
              </p:blipFill>
              <p:spPr>
                <a:xfrm>
                  <a:off x="12889355" y="7790231"/>
                  <a:ext cx="163584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FCA98C42-2C88-82B9-C4A0-BD215BD77779}"/>
                    </a:ext>
                  </a:extLst>
                </p14:cNvPr>
                <p14:cNvContentPartPr/>
                <p14:nvPr/>
              </p14:nvContentPartPr>
              <p14:xfrm>
                <a:off x="14469035" y="8046911"/>
                <a:ext cx="360" cy="360"/>
              </p14:xfrm>
            </p:contentPart>
          </mc:Choice>
          <mc:Fallback xmlns="">
            <p:pic>
              <p:nvPicPr>
                <p:cNvPr id="15" name="Ink 14">
                  <a:extLst>
                    <a:ext uri="{FF2B5EF4-FFF2-40B4-BE49-F238E27FC236}">
                      <a16:creationId xmlns:a16="http://schemas.microsoft.com/office/drawing/2014/main" id="{FCA98C42-2C88-82B9-C4A0-BD215BD77779}"/>
                    </a:ext>
                  </a:extLst>
                </p:cNvPr>
                <p:cNvPicPr/>
                <p:nvPr/>
              </p:nvPicPr>
              <p:blipFill>
                <a:blip r:embed="rId12"/>
                <a:stretch>
                  <a:fillRect/>
                </a:stretch>
              </p:blipFill>
              <p:spPr>
                <a:xfrm>
                  <a:off x="14406395" y="79839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BB735A0D-E193-168B-42E7-73816EAC884C}"/>
                    </a:ext>
                  </a:extLst>
                </p14:cNvPr>
                <p14:cNvContentPartPr/>
                <p14:nvPr/>
              </p14:nvContentPartPr>
              <p14:xfrm>
                <a:off x="12790715" y="7946471"/>
                <a:ext cx="1678680" cy="154800"/>
              </p14:xfrm>
            </p:contentPart>
          </mc:Choice>
          <mc:Fallback xmlns="">
            <p:pic>
              <p:nvPicPr>
                <p:cNvPr id="16" name="Ink 15">
                  <a:extLst>
                    <a:ext uri="{FF2B5EF4-FFF2-40B4-BE49-F238E27FC236}">
                      <a16:creationId xmlns:a16="http://schemas.microsoft.com/office/drawing/2014/main" id="{BB735A0D-E193-168B-42E7-73816EAC884C}"/>
                    </a:ext>
                  </a:extLst>
                </p:cNvPr>
                <p:cNvPicPr/>
                <p:nvPr/>
              </p:nvPicPr>
              <p:blipFill>
                <a:blip r:embed="rId14"/>
                <a:stretch>
                  <a:fillRect/>
                </a:stretch>
              </p:blipFill>
              <p:spPr>
                <a:xfrm>
                  <a:off x="12728075" y="7883471"/>
                  <a:ext cx="18043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6BEBD8C9-13D1-C573-8536-ED92350601DA}"/>
                    </a:ext>
                  </a:extLst>
                </p14:cNvPr>
                <p14:cNvContentPartPr/>
                <p14:nvPr/>
              </p14:nvContentPartPr>
              <p14:xfrm>
                <a:off x="13102475" y="8068151"/>
                <a:ext cx="470520" cy="360"/>
              </p14:xfrm>
            </p:contentPart>
          </mc:Choice>
          <mc:Fallback xmlns="">
            <p:pic>
              <p:nvPicPr>
                <p:cNvPr id="19" name="Ink 18">
                  <a:extLst>
                    <a:ext uri="{FF2B5EF4-FFF2-40B4-BE49-F238E27FC236}">
                      <a16:creationId xmlns:a16="http://schemas.microsoft.com/office/drawing/2014/main" id="{6BEBD8C9-13D1-C573-8536-ED92350601DA}"/>
                    </a:ext>
                  </a:extLst>
                </p:cNvPr>
                <p:cNvPicPr/>
                <p:nvPr/>
              </p:nvPicPr>
              <p:blipFill>
                <a:blip r:embed="rId16"/>
                <a:stretch>
                  <a:fillRect/>
                </a:stretch>
              </p:blipFill>
              <p:spPr>
                <a:xfrm>
                  <a:off x="13039475" y="8005151"/>
                  <a:ext cx="59616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E25BE833-FE4D-7E61-4DBF-F2953B1B5CEB}"/>
                  </a:ext>
                </a:extLst>
              </p14:cNvPr>
              <p14:cNvContentPartPr/>
              <p14:nvPr/>
            </p14:nvContentPartPr>
            <p14:xfrm>
              <a:off x="2947489" y="3786671"/>
              <a:ext cx="360" cy="360"/>
            </p14:xfrm>
          </p:contentPart>
        </mc:Choice>
        <mc:Fallback xmlns="">
          <p:pic>
            <p:nvPicPr>
              <p:cNvPr id="17" name="Ink 16">
                <a:extLst>
                  <a:ext uri="{FF2B5EF4-FFF2-40B4-BE49-F238E27FC236}">
                    <a16:creationId xmlns:a16="http://schemas.microsoft.com/office/drawing/2014/main" id="{E25BE833-FE4D-7E61-4DBF-F2953B1B5CEB}"/>
                  </a:ext>
                </a:extLst>
              </p:cNvPr>
              <p:cNvPicPr/>
              <p:nvPr/>
            </p:nvPicPr>
            <p:blipFill>
              <a:blip r:embed="rId18"/>
              <a:stretch>
                <a:fillRect/>
              </a:stretch>
            </p:blipFill>
            <p:spPr>
              <a:xfrm>
                <a:off x="2884489" y="3724031"/>
                <a:ext cx="126000" cy="126000"/>
              </a:xfrm>
              <a:prstGeom prst="rect">
                <a:avLst/>
              </a:prstGeom>
            </p:spPr>
          </p:pic>
        </mc:Fallback>
      </mc:AlternateContent>
      <p:pic>
        <p:nvPicPr>
          <p:cNvPr id="21" name="Picture 20">
            <a:extLst>
              <a:ext uri="{FF2B5EF4-FFF2-40B4-BE49-F238E27FC236}">
                <a16:creationId xmlns:a16="http://schemas.microsoft.com/office/drawing/2014/main" id="{A8E478ED-7B57-CDB9-AE7D-4416022C8DCE}"/>
              </a:ext>
            </a:extLst>
          </p:cNvPr>
          <p:cNvPicPr>
            <a:picLocks noChangeAspect="1"/>
          </p:cNvPicPr>
          <p:nvPr/>
        </p:nvPicPr>
        <p:blipFill>
          <a:blip r:embed="rId19"/>
          <a:stretch>
            <a:fillRect/>
          </a:stretch>
        </p:blipFill>
        <p:spPr>
          <a:xfrm>
            <a:off x="599548" y="386604"/>
            <a:ext cx="3534268" cy="3296110"/>
          </a:xfrm>
          <a:prstGeom prst="rect">
            <a:avLst/>
          </a:prstGeom>
        </p:spPr>
      </p:pic>
      <p:pic>
        <p:nvPicPr>
          <p:cNvPr id="23" name="Picture 22">
            <a:extLst>
              <a:ext uri="{FF2B5EF4-FFF2-40B4-BE49-F238E27FC236}">
                <a16:creationId xmlns:a16="http://schemas.microsoft.com/office/drawing/2014/main" id="{1D6E920C-AD07-FDAA-281E-5F4DDEC841AA}"/>
              </a:ext>
            </a:extLst>
          </p:cNvPr>
          <p:cNvPicPr>
            <a:picLocks noChangeAspect="1"/>
          </p:cNvPicPr>
          <p:nvPr/>
        </p:nvPicPr>
        <p:blipFill>
          <a:blip r:embed="rId20"/>
          <a:stretch>
            <a:fillRect/>
          </a:stretch>
        </p:blipFill>
        <p:spPr>
          <a:xfrm>
            <a:off x="415275" y="4239018"/>
            <a:ext cx="4094167" cy="34572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6835" y="311825"/>
            <a:ext cx="6316623" cy="354330"/>
          </a:xfrm>
          <a:prstGeom prst="rect">
            <a:avLst/>
          </a:prstGeom>
          <a:noFill/>
          <a:ln/>
        </p:spPr>
        <p:txBody>
          <a:bodyPr wrap="none" lIns="0" tIns="0" rIns="0" bIns="0" rtlCol="0" anchor="t"/>
          <a:lstStyle/>
          <a:p>
            <a:pPr marL="0" indent="0" algn="l">
              <a:lnSpc>
                <a:spcPts val="2750"/>
              </a:lnSpc>
              <a:buNone/>
            </a:pPr>
            <a:r>
              <a:rPr lang="en-US" sz="2800" b="1" dirty="0">
                <a:solidFill>
                  <a:srgbClr val="000000"/>
                </a:solidFill>
                <a:latin typeface="Times New Roman" panose="02020603050405020304" pitchFamily="18" charset="0"/>
                <a:ea typeface="Inter Bold" pitchFamily="34" charset="-122"/>
                <a:cs typeface="Times New Roman" panose="02020603050405020304" pitchFamily="18" charset="0"/>
              </a:rPr>
              <a:t>Milestone 3: Segment and Insight Deep-Dives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396835" y="1151001"/>
            <a:ext cx="2045732" cy="283034"/>
          </a:xfrm>
          <a:prstGeom prst="rect">
            <a:avLst/>
          </a:prstGeom>
          <a:noFill/>
          <a:ln/>
        </p:spPr>
        <p:txBody>
          <a:bodyPr wrap="none" lIns="0" tIns="0" rIns="0" bIns="0" rtlCol="0" anchor="t"/>
          <a:lstStyle/>
          <a:p>
            <a:pPr marL="0" indent="0" algn="l">
              <a:lnSpc>
                <a:spcPts val="165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Week 5: Cohort Analysis</a:t>
            </a: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396835" y="2020040"/>
            <a:ext cx="7485578" cy="241512"/>
          </a:xfrm>
          <a:prstGeom prst="rect">
            <a:avLst/>
          </a:prstGeom>
          <a:noFill/>
          <a:ln/>
        </p:spPr>
        <p:txBody>
          <a:bodyPr wrap="none" lIns="0" tIns="0" rIns="0" bIns="0" rtlCol="0" anchor="t"/>
          <a:lstStyle/>
          <a:p>
            <a:pPr marL="0" indent="0" algn="l">
              <a:lnSpc>
                <a:spcPts val="140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Identify and profile the most significant user segments through multi-dimensional analysis.</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396835" y="2303527"/>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Pinpoint top cohorts by age bands and device types</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96835" y="2524626"/>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Create heatmaps showing engagement intensity</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396835" y="2745726"/>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Build stacked comparisons across demographics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396835" y="2966825"/>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Analyze location-based segment differences</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396835" y="4718479"/>
            <a:ext cx="2237542" cy="212646"/>
          </a:xfrm>
          <a:prstGeom prst="rect">
            <a:avLst/>
          </a:prstGeom>
          <a:noFill/>
          <a:ln/>
        </p:spPr>
        <p:txBody>
          <a:bodyPr wrap="none" lIns="0" tIns="0" rIns="0" bIns="0" rtlCol="0" anchor="t"/>
          <a:lstStyle/>
          <a:p>
            <a:pPr marL="0" indent="0" algn="l">
              <a:lnSpc>
                <a:spcPts val="1650"/>
              </a:lnSpc>
              <a:buNone/>
            </a:pPr>
            <a:r>
              <a:rPr lang="en-US" sz="3200" b="1" dirty="0">
                <a:solidFill>
                  <a:srgbClr val="000000"/>
                </a:solidFill>
                <a:latin typeface="Times New Roman" panose="02020603050405020304" pitchFamily="18" charset="0"/>
                <a:ea typeface="Inter Bold" pitchFamily="34" charset="-122"/>
                <a:cs typeface="Times New Roman" panose="02020603050405020304" pitchFamily="18" charset="0"/>
              </a:rPr>
              <a:t>Week</a:t>
            </a: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 6: Temporal Patterns</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396835" y="4831466"/>
            <a:ext cx="7485578" cy="181451"/>
          </a:xfrm>
          <a:prstGeom prst="rect">
            <a:avLst/>
          </a:prstGeom>
          <a:noFill/>
          <a:ln/>
        </p:spPr>
        <p:txBody>
          <a:bodyPr wrap="none" lIns="0" tIns="0" rIns="0" bIns="0" rtlCol="0" anchor="t"/>
          <a:lstStyle/>
          <a:p>
            <a:pPr marL="0" indent="0" algn="l">
              <a:lnSpc>
                <a:spcPct val="25000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Uncover seasonal variations and habit formations that drive user behavior over time.</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396835" y="5114954"/>
            <a:ext cx="7485578" cy="181451"/>
          </a:xfrm>
          <a:prstGeom prst="rect">
            <a:avLst/>
          </a:prstGeom>
          <a:noFill/>
          <a:ln/>
        </p:spPr>
        <p:txBody>
          <a:bodyPr wrap="none" lIns="0" tIns="0" rIns="0" bIns="0" rtlCol="0" anchor="t"/>
          <a:lstStyle/>
          <a:p>
            <a:pPr marL="342900" indent="-342900" algn="l">
              <a:lnSpc>
                <a:spcPct val="2500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Compare monthly or term-time engagement levels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396835" y="5336053"/>
            <a:ext cx="7485578" cy="181451"/>
          </a:xfrm>
          <a:prstGeom prst="rect">
            <a:avLst/>
          </a:prstGeom>
          <a:noFill/>
          <a:ln/>
        </p:spPr>
        <p:txBody>
          <a:bodyPr wrap="none" lIns="0" tIns="0" rIns="0" bIns="0" rtlCol="0" anchor="t"/>
          <a:lstStyle/>
          <a:p>
            <a:pPr marL="342900" indent="-342900" algn="l">
              <a:lnSpc>
                <a:spcPct val="2500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Identify calendar-driven usage spikes</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396835" y="5557152"/>
            <a:ext cx="7485578" cy="181451"/>
          </a:xfrm>
          <a:prstGeom prst="rect">
            <a:avLst/>
          </a:prstGeom>
          <a:noFill/>
          <a:ln/>
        </p:spPr>
        <p:txBody>
          <a:bodyPr wrap="none" lIns="0" tIns="0" rIns="0" bIns="0" rtlCol="0" anchor="t"/>
          <a:lstStyle/>
          <a:p>
            <a:pPr marL="342900" indent="-342900" algn="l">
              <a:lnSpc>
                <a:spcPct val="2500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Document drivers behind segment behaviors</a:t>
            </a:r>
            <a:endParaRPr 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3253FE2A-D7E6-526A-65BA-1D29786BF16B}"/>
                  </a:ext>
                </a:extLst>
              </p14:cNvPr>
              <p14:cNvContentPartPr/>
              <p14:nvPr/>
            </p14:nvContentPartPr>
            <p14:xfrm>
              <a:off x="13737155" y="8024951"/>
              <a:ext cx="474120" cy="720"/>
            </p14:xfrm>
          </p:contentPart>
        </mc:Choice>
        <mc:Fallback xmlns="">
          <p:pic>
            <p:nvPicPr>
              <p:cNvPr id="23" name="Ink 22">
                <a:extLst>
                  <a:ext uri="{FF2B5EF4-FFF2-40B4-BE49-F238E27FC236}">
                    <a16:creationId xmlns:a16="http://schemas.microsoft.com/office/drawing/2014/main" id="{3253FE2A-D7E6-526A-65BA-1D29786BF16B}"/>
                  </a:ext>
                </a:extLst>
              </p:cNvPr>
              <p:cNvPicPr/>
              <p:nvPr/>
            </p:nvPicPr>
            <p:blipFill>
              <a:blip r:embed="rId5"/>
              <a:stretch>
                <a:fillRect/>
              </a:stretch>
            </p:blipFill>
            <p:spPr>
              <a:xfrm>
                <a:off x="13674155" y="7898951"/>
                <a:ext cx="5997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755EFD23-3D16-24AD-DFC9-BEE6D5225533}"/>
                  </a:ext>
                </a:extLst>
              </p14:cNvPr>
              <p14:cNvContentPartPr/>
              <p14:nvPr/>
            </p14:nvContentPartPr>
            <p14:xfrm>
              <a:off x="14469035" y="8057351"/>
              <a:ext cx="360" cy="360"/>
            </p14:xfrm>
          </p:contentPart>
        </mc:Choice>
        <mc:Fallback xmlns="">
          <p:pic>
            <p:nvPicPr>
              <p:cNvPr id="26" name="Ink 25">
                <a:extLst>
                  <a:ext uri="{FF2B5EF4-FFF2-40B4-BE49-F238E27FC236}">
                    <a16:creationId xmlns:a16="http://schemas.microsoft.com/office/drawing/2014/main" id="{755EFD23-3D16-24AD-DFC9-BEE6D5225533}"/>
                  </a:ext>
                </a:extLst>
              </p:cNvPr>
              <p:cNvPicPr/>
              <p:nvPr/>
            </p:nvPicPr>
            <p:blipFill>
              <a:blip r:embed="rId7"/>
              <a:stretch>
                <a:fillRect/>
              </a:stretch>
            </p:blipFill>
            <p:spPr>
              <a:xfrm>
                <a:off x="14406395" y="7994711"/>
                <a:ext cx="126000" cy="126000"/>
              </a:xfrm>
              <a:prstGeom prst="rect">
                <a:avLst/>
              </a:prstGeom>
            </p:spPr>
          </p:pic>
        </mc:Fallback>
      </mc:AlternateContent>
      <p:grpSp>
        <p:nvGrpSpPr>
          <p:cNvPr id="28" name="Group 27">
            <a:extLst>
              <a:ext uri="{FF2B5EF4-FFF2-40B4-BE49-F238E27FC236}">
                <a16:creationId xmlns:a16="http://schemas.microsoft.com/office/drawing/2014/main" id="{F16782CD-33A8-564C-D768-83967A56D111}"/>
              </a:ext>
            </a:extLst>
          </p:cNvPr>
          <p:cNvGrpSpPr/>
          <p:nvPr/>
        </p:nvGrpSpPr>
        <p:grpSpPr>
          <a:xfrm>
            <a:off x="12562115" y="7714991"/>
            <a:ext cx="1939680" cy="441360"/>
            <a:chOff x="12562115" y="7714991"/>
            <a:chExt cx="1939680" cy="441360"/>
          </a:xfrm>
        </p:grpSpPr>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F87AB2A6-BEDE-682A-D0AE-844AA8DE5ED2}"/>
                    </a:ext>
                  </a:extLst>
                </p14:cNvPr>
                <p14:cNvContentPartPr/>
                <p14:nvPr/>
              </p14:nvContentPartPr>
              <p14:xfrm>
                <a:off x="14006075" y="7960511"/>
                <a:ext cx="360" cy="360"/>
              </p14:xfrm>
            </p:contentPart>
          </mc:Choice>
          <mc:Fallback xmlns="">
            <p:pic>
              <p:nvPicPr>
                <p:cNvPr id="16" name="Ink 15">
                  <a:extLst>
                    <a:ext uri="{FF2B5EF4-FFF2-40B4-BE49-F238E27FC236}">
                      <a16:creationId xmlns:a16="http://schemas.microsoft.com/office/drawing/2014/main" id="{F87AB2A6-BEDE-682A-D0AE-844AA8DE5ED2}"/>
                    </a:ext>
                  </a:extLst>
                </p:cNvPr>
                <p:cNvPicPr/>
                <p:nvPr/>
              </p:nvPicPr>
              <p:blipFill>
                <a:blip r:embed="rId7"/>
                <a:stretch>
                  <a:fillRect/>
                </a:stretch>
              </p:blipFill>
              <p:spPr>
                <a:xfrm>
                  <a:off x="13943435" y="78975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8C4EA294-0ADB-9D7C-5605-063EA690554D}"/>
                    </a:ext>
                  </a:extLst>
                </p14:cNvPr>
                <p14:cNvContentPartPr/>
                <p14:nvPr/>
              </p14:nvContentPartPr>
              <p14:xfrm>
                <a:off x="13360595" y="7863671"/>
                <a:ext cx="360" cy="360"/>
              </p14:xfrm>
            </p:contentPart>
          </mc:Choice>
          <mc:Fallback xmlns="">
            <p:pic>
              <p:nvPicPr>
                <p:cNvPr id="17" name="Ink 16">
                  <a:extLst>
                    <a:ext uri="{FF2B5EF4-FFF2-40B4-BE49-F238E27FC236}">
                      <a16:creationId xmlns:a16="http://schemas.microsoft.com/office/drawing/2014/main" id="{8C4EA294-0ADB-9D7C-5605-063EA690554D}"/>
                    </a:ext>
                  </a:extLst>
                </p:cNvPr>
                <p:cNvPicPr/>
                <p:nvPr/>
              </p:nvPicPr>
              <p:blipFill>
                <a:blip r:embed="rId7"/>
                <a:stretch>
                  <a:fillRect/>
                </a:stretch>
              </p:blipFill>
              <p:spPr>
                <a:xfrm>
                  <a:off x="13297955" y="780103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3A993206-CDB0-70A6-086D-CC2404647174}"/>
                    </a:ext>
                  </a:extLst>
                </p14:cNvPr>
                <p14:cNvContentPartPr/>
                <p14:nvPr/>
              </p14:nvContentPartPr>
              <p14:xfrm>
                <a:off x="12562115" y="7817951"/>
                <a:ext cx="1680120" cy="266040"/>
              </p14:xfrm>
            </p:contentPart>
          </mc:Choice>
          <mc:Fallback xmlns="">
            <p:pic>
              <p:nvPicPr>
                <p:cNvPr id="18" name="Ink 17">
                  <a:extLst>
                    <a:ext uri="{FF2B5EF4-FFF2-40B4-BE49-F238E27FC236}">
                      <a16:creationId xmlns:a16="http://schemas.microsoft.com/office/drawing/2014/main" id="{3A993206-CDB0-70A6-086D-CC2404647174}"/>
                    </a:ext>
                  </a:extLst>
                </p:cNvPr>
                <p:cNvPicPr/>
                <p:nvPr/>
              </p:nvPicPr>
              <p:blipFill>
                <a:blip r:embed="rId11"/>
                <a:stretch>
                  <a:fillRect/>
                </a:stretch>
              </p:blipFill>
              <p:spPr>
                <a:xfrm>
                  <a:off x="12499115" y="7754951"/>
                  <a:ext cx="180576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BD819909-8E2B-24F0-BDFA-EE0447B4E1FE}"/>
                    </a:ext>
                  </a:extLst>
                </p14:cNvPr>
                <p14:cNvContentPartPr/>
                <p14:nvPr/>
              </p14:nvContentPartPr>
              <p14:xfrm>
                <a:off x="12912755" y="7714991"/>
                <a:ext cx="1589040" cy="441360"/>
              </p14:xfrm>
            </p:contentPart>
          </mc:Choice>
          <mc:Fallback xmlns="">
            <p:pic>
              <p:nvPicPr>
                <p:cNvPr id="27" name="Ink 26">
                  <a:extLst>
                    <a:ext uri="{FF2B5EF4-FFF2-40B4-BE49-F238E27FC236}">
                      <a16:creationId xmlns:a16="http://schemas.microsoft.com/office/drawing/2014/main" id="{BD819909-8E2B-24F0-BDFA-EE0447B4E1FE}"/>
                    </a:ext>
                  </a:extLst>
                </p:cNvPr>
                <p:cNvPicPr/>
                <p:nvPr/>
              </p:nvPicPr>
              <p:blipFill>
                <a:blip r:embed="rId13"/>
                <a:stretch>
                  <a:fillRect/>
                </a:stretch>
              </p:blipFill>
              <p:spPr>
                <a:xfrm>
                  <a:off x="12850115" y="7652351"/>
                  <a:ext cx="1714680" cy="567000"/>
                </a:xfrm>
                <a:prstGeom prst="rect">
                  <a:avLst/>
                </a:prstGeom>
              </p:spPr>
            </p:pic>
          </mc:Fallback>
        </mc:AlternateContent>
      </p:grpSp>
      <p:pic>
        <p:nvPicPr>
          <p:cNvPr id="15" name="Picture 14">
            <a:extLst>
              <a:ext uri="{FF2B5EF4-FFF2-40B4-BE49-F238E27FC236}">
                <a16:creationId xmlns:a16="http://schemas.microsoft.com/office/drawing/2014/main" id="{02907943-C58F-29A3-310D-7C1B59C3EE9C}"/>
              </a:ext>
            </a:extLst>
          </p:cNvPr>
          <p:cNvPicPr>
            <a:picLocks noChangeAspect="1"/>
          </p:cNvPicPr>
          <p:nvPr/>
        </p:nvPicPr>
        <p:blipFill>
          <a:blip r:embed="rId14"/>
          <a:stretch>
            <a:fillRect/>
          </a:stretch>
        </p:blipFill>
        <p:spPr>
          <a:xfrm>
            <a:off x="8797816" y="488989"/>
            <a:ext cx="5296639" cy="3502098"/>
          </a:xfrm>
          <a:prstGeom prst="rect">
            <a:avLst/>
          </a:prstGeom>
        </p:spPr>
      </p:pic>
      <p:pic>
        <p:nvPicPr>
          <p:cNvPr id="20" name="Picture 19">
            <a:extLst>
              <a:ext uri="{FF2B5EF4-FFF2-40B4-BE49-F238E27FC236}">
                <a16:creationId xmlns:a16="http://schemas.microsoft.com/office/drawing/2014/main" id="{1B79A3B4-5826-54A2-7B42-DD2E81015511}"/>
              </a:ext>
            </a:extLst>
          </p:cNvPr>
          <p:cNvPicPr>
            <a:picLocks noChangeAspect="1"/>
          </p:cNvPicPr>
          <p:nvPr/>
        </p:nvPicPr>
        <p:blipFill>
          <a:blip r:embed="rId15"/>
          <a:stretch>
            <a:fillRect/>
          </a:stretch>
        </p:blipFill>
        <p:spPr>
          <a:xfrm>
            <a:off x="8240358" y="4410456"/>
            <a:ext cx="6101782" cy="25927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26269"/>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Milestone 4: Report and Presentation</a:t>
            </a:r>
            <a:endParaRPr lang="en-US" sz="4450" dirty="0">
              <a:latin typeface="Times New Roman" panose="02020603050405020304" pitchFamily="18" charset="0"/>
              <a:cs typeface="Times New Roman" panose="02020603050405020304" pitchFamily="18" charset="0"/>
            </a:endParaRPr>
          </a:p>
        </p:txBody>
      </p:sp>
      <p:sp>
        <p:nvSpPr>
          <p:cNvPr id="4" name="Shape 1"/>
          <p:cNvSpPr/>
          <p:nvPr/>
        </p:nvSpPr>
        <p:spPr>
          <a:xfrm>
            <a:off x="1048941" y="2383988"/>
            <a:ext cx="30480" cy="5219224"/>
          </a:xfrm>
          <a:prstGeom prst="roundRect">
            <a:avLst>
              <a:gd name="adj" fmla="val 312558"/>
            </a:avLst>
          </a:prstGeom>
          <a:solidFill>
            <a:srgbClr val="C0C1D7"/>
          </a:solidFill>
          <a:ln/>
        </p:spPr>
      </p:sp>
      <p:sp>
        <p:nvSpPr>
          <p:cNvPr id="5" name="Shape 2"/>
          <p:cNvSpPr/>
          <p:nvPr/>
        </p:nvSpPr>
        <p:spPr>
          <a:xfrm>
            <a:off x="1273612" y="2623899"/>
            <a:ext cx="680442" cy="30480"/>
          </a:xfrm>
          <a:prstGeom prst="roundRect">
            <a:avLst>
              <a:gd name="adj" fmla="val 312558"/>
            </a:avLst>
          </a:prstGeom>
          <a:solidFill>
            <a:srgbClr val="C0C1D7"/>
          </a:solidFill>
          <a:ln/>
        </p:spPr>
      </p:sp>
      <p:sp>
        <p:nvSpPr>
          <p:cNvPr id="6" name="Shape 3"/>
          <p:cNvSpPr/>
          <p:nvPr/>
        </p:nvSpPr>
        <p:spPr>
          <a:xfrm>
            <a:off x="793790" y="2383988"/>
            <a:ext cx="510302" cy="510302"/>
          </a:xfrm>
          <a:prstGeom prst="roundRect">
            <a:avLst>
              <a:gd name="adj" fmla="val 18669"/>
            </a:avLst>
          </a:prstGeom>
          <a:solidFill>
            <a:srgbClr val="DADBF1"/>
          </a:solidFill>
          <a:ln w="7620">
            <a:solidFill>
              <a:srgbClr val="C0C1D7"/>
            </a:solidFill>
            <a:prstDash val="solid"/>
          </a:ln>
        </p:spPr>
      </p:sp>
      <p:sp>
        <p:nvSpPr>
          <p:cNvPr id="7" name="Text 4"/>
          <p:cNvSpPr/>
          <p:nvPr/>
        </p:nvSpPr>
        <p:spPr>
          <a:xfrm>
            <a:off x="878860" y="2426494"/>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Times New Roman" panose="02020603050405020304" pitchFamily="18" charset="0"/>
                <a:ea typeface="Inter Bold" pitchFamily="34" charset="-122"/>
                <a:cs typeface="Times New Roman" panose="02020603050405020304" pitchFamily="18" charset="0"/>
              </a:rPr>
              <a:t>1</a:t>
            </a:r>
            <a:endParaRPr lang="en-US" sz="2650" dirty="0">
              <a:latin typeface="Times New Roman" panose="02020603050405020304" pitchFamily="18" charset="0"/>
              <a:cs typeface="Times New Roman" panose="02020603050405020304" pitchFamily="18" charset="0"/>
            </a:endParaRPr>
          </a:p>
        </p:txBody>
      </p:sp>
      <p:sp>
        <p:nvSpPr>
          <p:cNvPr id="8" name="Text 5"/>
          <p:cNvSpPr/>
          <p:nvPr/>
        </p:nvSpPr>
        <p:spPr>
          <a:xfrm>
            <a:off x="2183011" y="2461855"/>
            <a:ext cx="4582954"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Week 7: Dashboard Development</a:t>
            </a:r>
            <a:endParaRPr lang="en-US" sz="2200" dirty="0">
              <a:latin typeface="Times New Roman" panose="02020603050405020304" pitchFamily="18" charset="0"/>
              <a:cs typeface="Times New Roman" panose="02020603050405020304" pitchFamily="18" charset="0"/>
            </a:endParaRPr>
          </a:p>
        </p:txBody>
      </p:sp>
      <p:sp>
        <p:nvSpPr>
          <p:cNvPr id="9" name="Text 6"/>
          <p:cNvSpPr/>
          <p:nvPr/>
        </p:nvSpPr>
        <p:spPr>
          <a:xfrm>
            <a:off x="2183011" y="2952274"/>
            <a:ext cx="6167199"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Assemble a coherent narrative from visualizations and build an interactive Tableau or Power BI dashboard featuring dynamic filters for age band, gender, and location type. Ensure all titles, labels, legends, and axes are crystal clear for stakeholder comprehension.</a:t>
            </a:r>
            <a:endParaRPr lang="en-US" sz="1750" dirty="0">
              <a:latin typeface="Times New Roman" panose="02020603050405020304" pitchFamily="18" charset="0"/>
              <a:cs typeface="Times New Roman" panose="02020603050405020304" pitchFamily="18" charset="0"/>
            </a:endParaRPr>
          </a:p>
        </p:txBody>
      </p:sp>
      <p:sp>
        <p:nvSpPr>
          <p:cNvPr id="10" name="Shape 7"/>
          <p:cNvSpPr/>
          <p:nvPr/>
        </p:nvSpPr>
        <p:spPr>
          <a:xfrm>
            <a:off x="1273612" y="5460325"/>
            <a:ext cx="680442" cy="30480"/>
          </a:xfrm>
          <a:prstGeom prst="roundRect">
            <a:avLst>
              <a:gd name="adj" fmla="val 312558"/>
            </a:avLst>
          </a:prstGeom>
          <a:solidFill>
            <a:srgbClr val="C0C1D7"/>
          </a:solidFill>
          <a:ln/>
        </p:spPr>
      </p:sp>
      <p:sp>
        <p:nvSpPr>
          <p:cNvPr id="11" name="Shape 8"/>
          <p:cNvSpPr/>
          <p:nvPr/>
        </p:nvSpPr>
        <p:spPr>
          <a:xfrm>
            <a:off x="793790" y="5220414"/>
            <a:ext cx="510302" cy="510302"/>
          </a:xfrm>
          <a:prstGeom prst="roundRect">
            <a:avLst>
              <a:gd name="adj" fmla="val 18669"/>
            </a:avLst>
          </a:prstGeom>
          <a:solidFill>
            <a:srgbClr val="DADBF1"/>
          </a:solidFill>
          <a:ln w="7620">
            <a:solidFill>
              <a:srgbClr val="C0C1D7"/>
            </a:solidFill>
            <a:prstDash val="solid"/>
          </a:ln>
        </p:spPr>
      </p:sp>
      <p:sp>
        <p:nvSpPr>
          <p:cNvPr id="12" name="Text 9"/>
          <p:cNvSpPr/>
          <p:nvPr/>
        </p:nvSpPr>
        <p:spPr>
          <a:xfrm>
            <a:off x="878860" y="526292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Times New Roman" panose="02020603050405020304" pitchFamily="18" charset="0"/>
                <a:ea typeface="Inter Bold" pitchFamily="34" charset="-122"/>
                <a:cs typeface="Times New Roman" panose="02020603050405020304" pitchFamily="18" charset="0"/>
              </a:rPr>
              <a:t>2</a:t>
            </a:r>
            <a:endParaRPr lang="en-US" sz="2650" dirty="0">
              <a:latin typeface="Times New Roman" panose="02020603050405020304" pitchFamily="18" charset="0"/>
              <a:cs typeface="Times New Roman" panose="02020603050405020304" pitchFamily="18" charset="0"/>
            </a:endParaRPr>
          </a:p>
        </p:txBody>
      </p:sp>
      <p:sp>
        <p:nvSpPr>
          <p:cNvPr id="13" name="Text 10"/>
          <p:cNvSpPr/>
          <p:nvPr/>
        </p:nvSpPr>
        <p:spPr>
          <a:xfrm>
            <a:off x="2183011" y="5298281"/>
            <a:ext cx="479667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Week 8: Documentation &amp; Delivery</a:t>
            </a:r>
            <a:endParaRPr lang="en-US" sz="2200" dirty="0">
              <a:latin typeface="Times New Roman" panose="02020603050405020304" pitchFamily="18" charset="0"/>
              <a:cs typeface="Times New Roman" panose="02020603050405020304" pitchFamily="18" charset="0"/>
            </a:endParaRPr>
          </a:p>
        </p:txBody>
      </p:sp>
      <p:sp>
        <p:nvSpPr>
          <p:cNvPr id="14" name="Text 11"/>
          <p:cNvSpPr/>
          <p:nvPr/>
        </p:nvSpPr>
        <p:spPr>
          <a:xfrm>
            <a:off x="2183011" y="5788700"/>
            <a:ext cx="6167199"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Create comprehensive final report (PDF/README format), develop presentation slide deck with key insights highlighted, and prepare walkthrough demonstrations of dashboard interactions. Package all assets in organized repository.</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80E9C-5C87-AA0C-50C6-A908557B6C6E}"/>
              </a:ext>
            </a:extLst>
          </p:cNvPr>
          <p:cNvPicPr>
            <a:picLocks noChangeAspect="1"/>
          </p:cNvPicPr>
          <p:nvPr/>
        </p:nvPicPr>
        <p:blipFill>
          <a:blip r:embed="rId2"/>
          <a:stretch>
            <a:fillRect/>
          </a:stretch>
        </p:blipFill>
        <p:spPr>
          <a:xfrm>
            <a:off x="1775639" y="1433138"/>
            <a:ext cx="11079121" cy="5363323"/>
          </a:xfrm>
          <a:prstGeom prst="rect">
            <a:avLst/>
          </a:prstGeom>
        </p:spPr>
      </p:pic>
      <p:sp>
        <p:nvSpPr>
          <p:cNvPr id="4" name="TextBox 3">
            <a:extLst>
              <a:ext uri="{FF2B5EF4-FFF2-40B4-BE49-F238E27FC236}">
                <a16:creationId xmlns:a16="http://schemas.microsoft.com/office/drawing/2014/main" id="{A3E294E4-ECEF-E1A3-F41E-D88D8BCBDCD4}"/>
              </a:ext>
            </a:extLst>
          </p:cNvPr>
          <p:cNvSpPr txBox="1"/>
          <p:nvPr/>
        </p:nvSpPr>
        <p:spPr>
          <a:xfrm>
            <a:off x="6035040" y="602428"/>
            <a:ext cx="1845377"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Final Dashboard</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E03930F-A783-87A3-5A2F-FADC3558DB0E}"/>
                  </a:ext>
                </a:extLst>
              </p14:cNvPr>
              <p14:cNvContentPartPr/>
              <p14:nvPr/>
            </p14:nvContentPartPr>
            <p14:xfrm>
              <a:off x="12930755" y="7992911"/>
              <a:ext cx="1468080" cy="33480"/>
            </p14:xfrm>
          </p:contentPart>
        </mc:Choice>
        <mc:Fallback xmlns="">
          <p:pic>
            <p:nvPicPr>
              <p:cNvPr id="5" name="Ink 4">
                <a:extLst>
                  <a:ext uri="{FF2B5EF4-FFF2-40B4-BE49-F238E27FC236}">
                    <a16:creationId xmlns:a16="http://schemas.microsoft.com/office/drawing/2014/main" id="{FE03930F-A783-87A3-5A2F-FADC3558DB0E}"/>
                  </a:ext>
                </a:extLst>
              </p:cNvPr>
              <p:cNvPicPr/>
              <p:nvPr/>
            </p:nvPicPr>
            <p:blipFill>
              <a:blip r:embed="rId4"/>
              <a:stretch>
                <a:fillRect/>
              </a:stretch>
            </p:blipFill>
            <p:spPr>
              <a:xfrm>
                <a:off x="12867755" y="7930271"/>
                <a:ext cx="15937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196D31FF-6CE1-AA18-0178-FD6107C2D1B0}"/>
                  </a:ext>
                </a:extLst>
              </p14:cNvPr>
              <p14:cNvContentPartPr/>
              <p14:nvPr/>
            </p14:nvContentPartPr>
            <p14:xfrm>
              <a:off x="12818075" y="7906511"/>
              <a:ext cx="1564920" cy="78120"/>
            </p14:xfrm>
          </p:contentPart>
        </mc:Choice>
        <mc:Fallback xmlns="">
          <p:pic>
            <p:nvPicPr>
              <p:cNvPr id="6" name="Ink 5">
                <a:extLst>
                  <a:ext uri="{FF2B5EF4-FFF2-40B4-BE49-F238E27FC236}">
                    <a16:creationId xmlns:a16="http://schemas.microsoft.com/office/drawing/2014/main" id="{196D31FF-6CE1-AA18-0178-FD6107C2D1B0}"/>
                  </a:ext>
                </a:extLst>
              </p:cNvPr>
              <p:cNvPicPr/>
              <p:nvPr/>
            </p:nvPicPr>
            <p:blipFill>
              <a:blip r:embed="rId6"/>
              <a:stretch>
                <a:fillRect/>
              </a:stretch>
            </p:blipFill>
            <p:spPr>
              <a:xfrm>
                <a:off x="12755435" y="7843871"/>
                <a:ext cx="16905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0F556AB3-E5A7-5AF3-134F-6F5C1C1F5B41}"/>
                  </a:ext>
                </a:extLst>
              </p14:cNvPr>
              <p14:cNvContentPartPr/>
              <p14:nvPr/>
            </p14:nvContentPartPr>
            <p14:xfrm>
              <a:off x="12806555" y="7787351"/>
              <a:ext cx="1665360" cy="228240"/>
            </p14:xfrm>
          </p:contentPart>
        </mc:Choice>
        <mc:Fallback xmlns="">
          <p:pic>
            <p:nvPicPr>
              <p:cNvPr id="7" name="Ink 6">
                <a:extLst>
                  <a:ext uri="{FF2B5EF4-FFF2-40B4-BE49-F238E27FC236}">
                    <a16:creationId xmlns:a16="http://schemas.microsoft.com/office/drawing/2014/main" id="{0F556AB3-E5A7-5AF3-134F-6F5C1C1F5B41}"/>
                  </a:ext>
                </a:extLst>
              </p:cNvPr>
              <p:cNvPicPr/>
              <p:nvPr/>
            </p:nvPicPr>
            <p:blipFill>
              <a:blip r:embed="rId8"/>
              <a:stretch>
                <a:fillRect/>
              </a:stretch>
            </p:blipFill>
            <p:spPr>
              <a:xfrm>
                <a:off x="12743915" y="7724351"/>
                <a:ext cx="179100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30959406-80C9-8580-33CC-C94635A8C0C2}"/>
                  </a:ext>
                </a:extLst>
              </p14:cNvPr>
              <p14:cNvContentPartPr/>
              <p14:nvPr/>
            </p14:nvContentPartPr>
            <p14:xfrm>
              <a:off x="14125595" y="8089624"/>
              <a:ext cx="214920" cy="360"/>
            </p14:xfrm>
          </p:contentPart>
        </mc:Choice>
        <mc:Fallback xmlns="">
          <p:pic>
            <p:nvPicPr>
              <p:cNvPr id="9" name="Ink 8">
                <a:extLst>
                  <a:ext uri="{FF2B5EF4-FFF2-40B4-BE49-F238E27FC236}">
                    <a16:creationId xmlns:a16="http://schemas.microsoft.com/office/drawing/2014/main" id="{30959406-80C9-8580-33CC-C94635A8C0C2}"/>
                  </a:ext>
                </a:extLst>
              </p:cNvPr>
              <p:cNvPicPr/>
              <p:nvPr/>
            </p:nvPicPr>
            <p:blipFill>
              <a:blip r:embed="rId10"/>
              <a:stretch>
                <a:fillRect/>
              </a:stretch>
            </p:blipFill>
            <p:spPr>
              <a:xfrm>
                <a:off x="14062595" y="8026624"/>
                <a:ext cx="3405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B5E590ED-860C-FBA7-EC09-BE994D0BCA5B}"/>
                  </a:ext>
                </a:extLst>
              </p14:cNvPr>
              <p14:cNvContentPartPr/>
              <p14:nvPr/>
            </p14:nvContentPartPr>
            <p14:xfrm>
              <a:off x="12855409" y="7982471"/>
              <a:ext cx="1018080" cy="21600"/>
            </p14:xfrm>
          </p:contentPart>
        </mc:Choice>
        <mc:Fallback xmlns="">
          <p:pic>
            <p:nvPicPr>
              <p:cNvPr id="2" name="Ink 1">
                <a:extLst>
                  <a:ext uri="{FF2B5EF4-FFF2-40B4-BE49-F238E27FC236}">
                    <a16:creationId xmlns:a16="http://schemas.microsoft.com/office/drawing/2014/main" id="{B5E590ED-860C-FBA7-EC09-BE994D0BCA5B}"/>
                  </a:ext>
                </a:extLst>
              </p:cNvPr>
              <p:cNvPicPr/>
              <p:nvPr/>
            </p:nvPicPr>
            <p:blipFill>
              <a:blip r:embed="rId12"/>
              <a:stretch>
                <a:fillRect/>
              </a:stretch>
            </p:blipFill>
            <p:spPr>
              <a:xfrm>
                <a:off x="12792769" y="7919471"/>
                <a:ext cx="1143720" cy="147240"/>
              </a:xfrm>
              <a:prstGeom prst="rect">
                <a:avLst/>
              </a:prstGeom>
            </p:spPr>
          </p:pic>
        </mc:Fallback>
      </mc:AlternateContent>
    </p:spTree>
    <p:extLst>
      <p:ext uri="{BB962C8B-B14F-4D97-AF65-F5344CB8AC3E}">
        <p14:creationId xmlns:p14="http://schemas.microsoft.com/office/powerpoint/2010/main" val="2794155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1051</TotalTime>
  <Words>630</Words>
  <Application>Microsoft Office PowerPoint</Application>
  <PresentationFormat>Custom</PresentationFormat>
  <Paragraphs>88</Paragraphs>
  <Slides>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Saurav Agrawal</cp:lastModifiedBy>
  <cp:revision>10</cp:revision>
  <dcterms:created xsi:type="dcterms:W3CDTF">2025-12-04T04:02:28Z</dcterms:created>
  <dcterms:modified xsi:type="dcterms:W3CDTF">2025-12-05T14:11:06Z</dcterms:modified>
</cp:coreProperties>
</file>