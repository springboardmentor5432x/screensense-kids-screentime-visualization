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F9E13-2F11-491C-AB34-BF7A67AE4A75}" v="50" dt="2025-12-05T15:58:10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53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12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86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68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3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63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30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88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6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13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6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24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248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634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09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45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8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48B2EB-2AE1-446F-A152-656C3E5B7F3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8ACD7-A97F-40B5-BF1B-3AF3CDE18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576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BD9A-90EB-E7D5-6A50-F64147515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887569"/>
            <a:ext cx="8637073" cy="2541431"/>
          </a:xfrm>
        </p:spPr>
        <p:txBody>
          <a:bodyPr>
            <a:normAutofit/>
          </a:bodyPr>
          <a:lstStyle/>
          <a:p>
            <a:r>
              <a:rPr lang="en-IN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ScreenSense</a:t>
            </a:r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Kids’ Screentime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7CF37-D3DE-0E02-4ED4-B8DF20409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536" y="4278694"/>
            <a:ext cx="9144000" cy="503618"/>
          </a:xfrm>
        </p:spPr>
        <p:txBody>
          <a:bodyPr/>
          <a:lstStyle/>
          <a:p>
            <a:r>
              <a:rPr lang="en-US" i="1" dirty="0"/>
              <a:t>Milestones 1 to 4 – Final Presentation</a:t>
            </a:r>
            <a:endParaRPr lang="en-IN" i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3AA143-81A7-1FDE-2677-41A00DDC7BFA}"/>
              </a:ext>
            </a:extLst>
          </p:cNvPr>
          <p:cNvSpPr txBox="1">
            <a:spLocks/>
          </p:cNvSpPr>
          <p:nvPr/>
        </p:nvSpPr>
        <p:spPr>
          <a:xfrm>
            <a:off x="1523999" y="5037743"/>
            <a:ext cx="9144000" cy="932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Name: Harshit Pandey</a:t>
            </a:r>
          </a:p>
          <a:p>
            <a:r>
              <a:rPr lang="en-IN" dirty="0"/>
              <a:t>Email: pandeyharshit7277@gmail.com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4B594-B3C8-44E5-5CDF-0DB37ECE7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1" y="1024128"/>
            <a:ext cx="2902475" cy="29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28C9-1630-E553-3229-8DA19FE4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Statement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E1DE-F17E-6CD2-A548-613F9D38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05803"/>
            <a:ext cx="10131425" cy="388539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Our Objective:</a:t>
            </a:r>
            <a:br>
              <a:rPr lang="en-US" dirty="0"/>
            </a:br>
            <a:r>
              <a:rPr lang="en-US" dirty="0"/>
              <a:t>Analyze kids’ screentime patterns to uncover trends by: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Device type</a:t>
            </a:r>
          </a:p>
          <a:p>
            <a:r>
              <a:rPr lang="en-US" dirty="0"/>
              <a:t>Urban/Rural</a:t>
            </a:r>
          </a:p>
          <a:p>
            <a:r>
              <a:rPr lang="en-US" dirty="0"/>
              <a:t>Weekday vs Weekend</a:t>
            </a:r>
          </a:p>
          <a:p>
            <a:r>
              <a:rPr lang="en-US" dirty="0"/>
              <a:t>Activity Category</a:t>
            </a:r>
          </a:p>
          <a:p>
            <a:r>
              <a:rPr lang="en-US" b="1" dirty="0"/>
              <a:t>Purpose:</a:t>
            </a:r>
            <a:r>
              <a:rPr lang="en-US" dirty="0"/>
              <a:t> Provide insights that help parents, educators, and policymakers understand digital habits.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53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CFCE-AAB1-0B24-B9BF-CBBC379B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BB1A4-444E-E50C-FCE0-DB7F0055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05182"/>
            <a:ext cx="10131425" cy="364913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900" dirty="0"/>
              <a:t>Dataset:</a:t>
            </a:r>
          </a:p>
          <a:p>
            <a:r>
              <a:rPr lang="en-IN" sz="1900" dirty="0"/>
              <a:t>Source: Kaggle (Indian Kids Screentime 2025)</a:t>
            </a:r>
          </a:p>
          <a:p>
            <a:r>
              <a:rPr lang="en-IN" sz="1900" dirty="0"/>
              <a:t>9712 records, 8+ attributes</a:t>
            </a:r>
          </a:p>
          <a:p>
            <a:pPr marL="0" indent="0">
              <a:buNone/>
            </a:pPr>
            <a:r>
              <a:rPr lang="en-IN" sz="2900" dirty="0"/>
              <a:t>Modules Implemented:</a:t>
            </a:r>
          </a:p>
          <a:p>
            <a:r>
              <a:rPr lang="en-IN" sz="1900" dirty="0"/>
              <a:t>Data Acquisition</a:t>
            </a:r>
          </a:p>
          <a:p>
            <a:r>
              <a:rPr lang="en-IN" sz="1900" dirty="0"/>
              <a:t>Cleaning &amp; Feature Engineering</a:t>
            </a:r>
          </a:p>
          <a:p>
            <a:r>
              <a:rPr lang="en-IN" sz="1900" dirty="0"/>
              <a:t>Univariate &amp; Bivariate Analysis</a:t>
            </a:r>
          </a:p>
          <a:p>
            <a:r>
              <a:rPr lang="en-IN" sz="1900" dirty="0"/>
              <a:t>Device &amp; Activity Mix Analysis</a:t>
            </a:r>
          </a:p>
          <a:p>
            <a:r>
              <a:rPr lang="en-IN" sz="1900" dirty="0"/>
              <a:t>Weekday vs Weekend Trends</a:t>
            </a:r>
          </a:p>
          <a:p>
            <a:r>
              <a:rPr lang="en-IN" sz="1900" dirty="0"/>
              <a:t>Demographic Insights</a:t>
            </a:r>
          </a:p>
          <a:p>
            <a:r>
              <a:rPr lang="en-IN" sz="1900" dirty="0"/>
              <a:t>Dashboard Creation</a:t>
            </a:r>
          </a:p>
          <a:p>
            <a:r>
              <a:rPr lang="en-IN" sz="1900" dirty="0"/>
              <a:t>Presentation &amp;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14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210E-BDBF-73A4-AD6F-EFFAFCF5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 1: Data Foundation &amp; Cleaning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673B2-C309-82DB-605D-5DCE126FA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15427"/>
            <a:ext cx="10131425" cy="41773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Week 1 – Understanding the Dataset</a:t>
            </a:r>
            <a:endParaRPr lang="en-US" dirty="0"/>
          </a:p>
          <a:p>
            <a:r>
              <a:rPr lang="en-US" dirty="0"/>
              <a:t>Loaded dataset</a:t>
            </a:r>
          </a:p>
          <a:p>
            <a:r>
              <a:rPr lang="en-US" dirty="0"/>
              <a:t>Checked schema, types, nulls</a:t>
            </a:r>
          </a:p>
          <a:p>
            <a:r>
              <a:rPr lang="en-US" dirty="0"/>
              <a:t>Explored summary stats</a:t>
            </a:r>
          </a:p>
          <a:p>
            <a:pPr marL="0" indent="0">
              <a:buNone/>
            </a:pPr>
            <a:r>
              <a:rPr lang="en-US" b="1" dirty="0"/>
              <a:t>Week 2 – Cleaning &amp; Feature Engineering</a:t>
            </a:r>
            <a:endParaRPr lang="en-US" dirty="0"/>
          </a:p>
          <a:p>
            <a:r>
              <a:rPr lang="en-US" dirty="0"/>
              <a:t>Filled missing values</a:t>
            </a:r>
          </a:p>
          <a:p>
            <a:r>
              <a:rPr lang="en-US" dirty="0"/>
              <a:t>Cleaned inconsistent text</a:t>
            </a:r>
          </a:p>
          <a:p>
            <a:r>
              <a:rPr lang="en-US" dirty="0"/>
              <a:t>Created:</a:t>
            </a:r>
          </a:p>
          <a:p>
            <a:pPr lvl="1"/>
            <a:r>
              <a:rPr lang="en-US" dirty="0"/>
              <a:t>Age Bands</a:t>
            </a:r>
          </a:p>
          <a:p>
            <a:pPr lvl="1"/>
            <a:r>
              <a:rPr lang="en-US" dirty="0"/>
              <a:t>Usage Levels</a:t>
            </a:r>
          </a:p>
          <a:p>
            <a:pPr lvl="1"/>
            <a:r>
              <a:rPr lang="en-US" dirty="0" err="1"/>
              <a:t>Is_Urban</a:t>
            </a:r>
            <a:r>
              <a:rPr lang="en-US" dirty="0"/>
              <a:t> flag</a:t>
            </a:r>
          </a:p>
          <a:p>
            <a:pPr lvl="1"/>
            <a:r>
              <a:rPr lang="en-US" dirty="0"/>
              <a:t>Educational &amp; Recreational shares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B87EA-8629-C57D-2A12-21C7950FA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15426"/>
            <a:ext cx="3520440" cy="2059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45D8D-90E6-6FE1-E97E-B8D930780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325" y="1915427"/>
            <a:ext cx="3520441" cy="2059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F489B-9F2A-48A5-EC48-5CF5A6650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415" y="4079667"/>
            <a:ext cx="4225009" cy="25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4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C70B-D2AD-05CC-1871-9B8FB03B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2: Visual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D86B-0D3F-D9F9-751E-F4A3BAC4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88254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Week 3 – Univariate &amp; Bivariate Analysis</a:t>
            </a:r>
            <a:endParaRPr lang="en-IN" dirty="0"/>
          </a:p>
          <a:p>
            <a:r>
              <a:rPr lang="en-IN" dirty="0"/>
              <a:t>Screentime distribution</a:t>
            </a:r>
          </a:p>
          <a:p>
            <a:r>
              <a:rPr lang="en-IN" dirty="0"/>
              <a:t>Device usage patterns</a:t>
            </a:r>
          </a:p>
          <a:p>
            <a:r>
              <a:rPr lang="en-IN" dirty="0"/>
              <a:t>Gender, Age, Location comparisons</a:t>
            </a:r>
          </a:p>
          <a:p>
            <a:pPr marL="0" indent="0">
              <a:buNone/>
            </a:pPr>
            <a:r>
              <a:rPr lang="en-IN" b="1" dirty="0"/>
              <a:t>Week 4 – Device &amp; Activity Patterns</a:t>
            </a:r>
            <a:endParaRPr lang="en-IN" dirty="0"/>
          </a:p>
          <a:p>
            <a:r>
              <a:rPr lang="en-IN" dirty="0"/>
              <a:t>Device mix by age and gender</a:t>
            </a:r>
          </a:p>
          <a:p>
            <a:r>
              <a:rPr lang="en-IN" dirty="0"/>
              <a:t>Educational vs Recreational trends</a:t>
            </a:r>
          </a:p>
          <a:p>
            <a:r>
              <a:rPr lang="en-IN" dirty="0"/>
              <a:t>Weekday vs weekend analysis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149BD-852A-D880-C2AA-6244F9908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647" y="2065866"/>
            <a:ext cx="3064388" cy="1911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C19C05-F7C9-5CF1-CAC2-34C39A859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69" y="2065866"/>
            <a:ext cx="3138477" cy="1911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6821-8EB9-5486-A7D0-5C0282A3C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68" y="4225932"/>
            <a:ext cx="3138477" cy="1911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8AA7FA-AB5C-6F5E-90F5-F807E9222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647" y="4225932"/>
            <a:ext cx="3064388" cy="191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5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6B02-8E95-5BB9-C1BA-F726AD7E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 3: Cohort &amp; Segment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71884-C8EF-D93A-1503-2377C9F8C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0373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Week 5 – Cohort Analysis</a:t>
            </a:r>
            <a:endParaRPr lang="en-US" dirty="0"/>
          </a:p>
          <a:p>
            <a:r>
              <a:rPr lang="en-US" dirty="0"/>
              <a:t>Device × Age Band patterns</a:t>
            </a:r>
          </a:p>
          <a:p>
            <a:r>
              <a:rPr lang="en-US" dirty="0"/>
              <a:t>Heatmaps for limit exceeders</a:t>
            </a:r>
          </a:p>
          <a:p>
            <a:r>
              <a:rPr lang="en-US" dirty="0"/>
              <a:t>Top cohorts identified</a:t>
            </a:r>
          </a:p>
          <a:p>
            <a:pPr marL="0" indent="0">
              <a:buNone/>
            </a:pPr>
            <a:r>
              <a:rPr lang="en-US" b="1" dirty="0"/>
              <a:t>Week 6 – Habit Patterns</a:t>
            </a:r>
            <a:endParaRPr lang="en-US" dirty="0"/>
          </a:p>
          <a:p>
            <a:r>
              <a:rPr lang="en-US" dirty="0"/>
              <a:t>Weekend spikes</a:t>
            </a:r>
          </a:p>
          <a:p>
            <a:r>
              <a:rPr lang="en-US" dirty="0"/>
              <a:t>Usage levels (Low–Extreme)</a:t>
            </a:r>
          </a:p>
          <a:p>
            <a:r>
              <a:rPr lang="en-US" dirty="0"/>
              <a:t>Risk segmentation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CFBEA-5E13-0E09-70C2-744A7A755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655" y="2142067"/>
            <a:ext cx="3768932" cy="1926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8A9B4-6104-2DAC-EC59-B870C6A98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34" y="2142067"/>
            <a:ext cx="3768932" cy="19260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3C4174-A183-DCDA-1716-2608B3A0D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33" y="4382647"/>
            <a:ext cx="3768933" cy="2137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6F6916-6949-E46F-81F3-F2277BE26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655" y="4382646"/>
            <a:ext cx="3768932" cy="21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8259-1545-5F67-EF5A-B2BF0ABB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4: Final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7723-09E7-4BAF-E218-BC21E6FFE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Week 7 – Dashboard Build</a:t>
            </a:r>
            <a:endParaRPr lang="en-IN" dirty="0"/>
          </a:p>
          <a:p>
            <a:r>
              <a:rPr lang="en-IN" dirty="0"/>
              <a:t>Built interactive Power BI dashboard</a:t>
            </a:r>
          </a:p>
          <a:p>
            <a:r>
              <a:rPr lang="en-IN" dirty="0"/>
              <a:t>Added slicers: Age, Gender, Device, Location, Risk</a:t>
            </a:r>
          </a:p>
          <a:p>
            <a:r>
              <a:rPr lang="en-IN" dirty="0"/>
              <a:t>Created KPI cards &amp; layout</a:t>
            </a:r>
          </a:p>
          <a:p>
            <a:r>
              <a:rPr lang="en-IN" dirty="0"/>
              <a:t>Designed navigation pages</a:t>
            </a:r>
          </a:p>
          <a:p>
            <a:pPr marL="0" indent="0">
              <a:buNone/>
            </a:pPr>
            <a:r>
              <a:rPr lang="en-IN" b="1" dirty="0"/>
              <a:t>Dashboard Pages:</a:t>
            </a:r>
            <a:endParaRPr lang="en-IN" dirty="0"/>
          </a:p>
          <a:p>
            <a:r>
              <a:rPr lang="en-IN" dirty="0"/>
              <a:t>Home Page</a:t>
            </a:r>
          </a:p>
          <a:p>
            <a:r>
              <a:rPr lang="en-IN" dirty="0"/>
              <a:t>Cohort &amp; Segment Analysis</a:t>
            </a:r>
          </a:p>
          <a:p>
            <a:r>
              <a:rPr lang="en-IN" dirty="0"/>
              <a:t>Habit Pattern Analysis</a:t>
            </a:r>
          </a:p>
          <a:p>
            <a:r>
              <a:rPr lang="en-IN" dirty="0"/>
              <a:t>Summary &amp; Insights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20A88-B2E2-54AD-9769-B8E50C06C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65867"/>
            <a:ext cx="5562439" cy="31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6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4C0F-3721-110C-8107-FF8768A7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818A5B-06B1-9F3C-51C0-E06A6B840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Major Findings:</a:t>
            </a:r>
            <a:endParaRPr lang="en-US" dirty="0"/>
          </a:p>
          <a:p>
            <a:r>
              <a:rPr lang="en-US" dirty="0"/>
              <a:t>Avg screentime ≈ 4.35 hours</a:t>
            </a:r>
          </a:p>
          <a:p>
            <a:r>
              <a:rPr lang="en-US" b="1" dirty="0"/>
              <a:t>85%</a:t>
            </a:r>
            <a:r>
              <a:rPr lang="en-US" dirty="0"/>
              <a:t> students exceed recommended limit</a:t>
            </a:r>
          </a:p>
          <a:p>
            <a:r>
              <a:rPr lang="en-US" dirty="0"/>
              <a:t>Smartphones = most used device (47%)</a:t>
            </a:r>
          </a:p>
          <a:p>
            <a:r>
              <a:rPr lang="en-US" dirty="0"/>
              <a:t>Recreational usage ≈ 70%</a:t>
            </a:r>
          </a:p>
          <a:p>
            <a:r>
              <a:rPr lang="en-US" dirty="0"/>
              <a:t>Weekend usage increases </a:t>
            </a:r>
            <a:r>
              <a:rPr lang="en-US" b="1" dirty="0"/>
              <a:t>24%</a:t>
            </a:r>
            <a:endParaRPr lang="en-US" dirty="0"/>
          </a:p>
          <a:p>
            <a:r>
              <a:rPr lang="en-US" dirty="0"/>
              <a:t>Teens (16–18) show highest consumption</a:t>
            </a:r>
          </a:p>
          <a:p>
            <a:r>
              <a:rPr lang="en-US" dirty="0"/>
              <a:t>Majority fall into </a:t>
            </a:r>
            <a:r>
              <a:rPr lang="en-US" b="1" dirty="0"/>
              <a:t>Moderate/High risk groups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72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85D0-94F8-62C7-E3CB-15D048C3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Output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A66EE-D785-4BDB-1AB8-A99B87846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Project Outputs:</a:t>
            </a:r>
            <a:endParaRPr lang="en-US" dirty="0"/>
          </a:p>
          <a:p>
            <a:r>
              <a:rPr lang="en-US" dirty="0"/>
              <a:t>Cleaned dataset</a:t>
            </a:r>
          </a:p>
          <a:p>
            <a:r>
              <a:rPr lang="en-US" dirty="0"/>
              <a:t>Visual analysis (20+ charts)</a:t>
            </a:r>
          </a:p>
          <a:p>
            <a:r>
              <a:rPr lang="en-US" dirty="0"/>
              <a:t>Full Power BI dashboard</a:t>
            </a:r>
          </a:p>
          <a:p>
            <a:r>
              <a:rPr lang="en-US" dirty="0"/>
              <a:t>Documentation (PDF/README)</a:t>
            </a:r>
          </a:p>
          <a:p>
            <a:r>
              <a:rPr lang="en-US" dirty="0"/>
              <a:t>Final presentation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D4CEA-32E1-4241-917D-A45FD8DD7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03" y="1771048"/>
            <a:ext cx="3914794" cy="2310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0EA674-A9F8-ED5C-54D9-E29E6EA24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374" y="1771048"/>
            <a:ext cx="3799746" cy="2310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4E9174-2F59-DA13-10FB-40A5F462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414" y="4288537"/>
            <a:ext cx="4302492" cy="243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6C15-67F5-1C46-9BB4-41D25B79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A3C1-8661-6203-F30C-7118F77E0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51799"/>
            <a:ext cx="10131425" cy="403940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This project provides a complete analysis of children's screentime behavior.</a:t>
            </a:r>
            <a:br>
              <a:rPr lang="en-US" sz="2000" dirty="0"/>
            </a:br>
            <a:r>
              <a:rPr lang="en-US" sz="2000" dirty="0"/>
              <a:t>It highlights risky groups, key trends, and device usage patterns.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b="1" dirty="0"/>
              <a:t>Thank You!</a:t>
            </a:r>
            <a:endParaRPr lang="en-US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972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203</TotalTime>
  <Words>409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ScreenSense – Kids’ Screentime Visualization</vt:lpstr>
      <vt:lpstr>Project Statement </vt:lpstr>
      <vt:lpstr>Dataset &amp; Modules</vt:lpstr>
      <vt:lpstr>Milestone 1: Data Foundation &amp; Cleaning</vt:lpstr>
      <vt:lpstr>Milestone 2: Visual Exploration</vt:lpstr>
      <vt:lpstr>Milestone 3: Cohort &amp; Segment Insights</vt:lpstr>
      <vt:lpstr>Milestone 4: Final Dashboard</vt:lpstr>
      <vt:lpstr>Key Insights</vt:lpstr>
      <vt:lpstr>Final Output &amp; Deliverables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Pandey</dc:creator>
  <cp:lastModifiedBy>Harshit Pandey</cp:lastModifiedBy>
  <cp:revision>2</cp:revision>
  <dcterms:created xsi:type="dcterms:W3CDTF">2025-12-05T12:23:22Z</dcterms:created>
  <dcterms:modified xsi:type="dcterms:W3CDTF">2025-12-05T15:59:45Z</dcterms:modified>
</cp:coreProperties>
</file>