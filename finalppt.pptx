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5" r:id="rId6"/>
    <p:sldId id="260" r:id="rId7"/>
    <p:sldId id="261" r:id="rId8"/>
    <p:sldId id="262" r:id="rId9"/>
    <p:sldId id="2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80" autoAdjust="0"/>
    <p:restoredTop sz="94660"/>
  </p:normalViewPr>
  <p:slideViewPr>
    <p:cSldViewPr snapToGrid="0">
      <p:cViewPr varScale="1">
        <p:scale>
          <a:sx n="92" d="100"/>
          <a:sy n="92" d="100"/>
        </p:scale>
        <p:origin x="245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84182B3-93BF-4815-86DB-649923571133}" type="datetimeFigureOut">
              <a:rPr lang="en-IN" smtClean="0"/>
              <a:t>05-12-2025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E200462-3EA0-46FB-9D7C-CD929401010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300640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200462-3EA0-46FB-9D7C-CD929401010C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057618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6F8C26-E616-FF31-8BD3-8A04AFB74BA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9FAAC31-56E4-CA81-D0DB-C4045287E4B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760A5C-26F7-B4ED-D5B2-37A3F4FC6B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36CF75-DB85-4CE3-9059-9A699490049C}" type="datetimeFigureOut">
              <a:rPr lang="en-IN" smtClean="0"/>
              <a:t>05-12-2025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503D17-9E3A-E0C4-517E-8A31341AE2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BB22B7-01AD-0B15-7D8A-8D8250EEB2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758E22-C537-4A35-89EE-EA037604DEC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704057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556375-4002-5605-623A-FEBADF66F6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B32A98-DFDE-DCEA-5646-B0C504CE3A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788AEA-5EAF-1D6F-E78A-2E9735049E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36CF75-DB85-4CE3-9059-9A699490049C}" type="datetimeFigureOut">
              <a:rPr lang="en-IN" smtClean="0"/>
              <a:t>05-12-2025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965A93-2DB1-FD90-7823-9D4E6B0F1E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73C7AE-F8A9-66E3-AA62-0C362FF97F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758E22-C537-4A35-89EE-EA037604DEC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923476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E8AB4A-1E86-B456-17EE-6D6A55AFD2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FE101AE-0032-13B4-525C-9BFB43937B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23DE34-FA8A-D5B7-4F53-9D2944387F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36CF75-DB85-4CE3-9059-9A699490049C}" type="datetimeFigureOut">
              <a:rPr lang="en-IN" smtClean="0"/>
              <a:t>05-12-2025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62A833-211D-3CD5-5897-3195E8EF93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2035A3-FF06-4271-EF32-1B1B777F9A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758E22-C537-4A35-89EE-EA037604DEC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990751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DB0A3C-62ED-33DD-85E8-85937CAE7B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0EC4EF-92E1-8D58-BBC9-D57D39597B4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897FF19-5246-19CB-B68A-9751F4EE2B7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7DEE13-7691-2F41-7677-A4234DD19A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36CF75-DB85-4CE3-9059-9A699490049C}" type="datetimeFigureOut">
              <a:rPr lang="en-IN" smtClean="0"/>
              <a:t>05-12-2025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A4ACA4A-1128-6B5D-65D9-54B2D926B0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2331A6-42EF-CA9D-EC35-74741A1292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758E22-C537-4A35-89EE-EA037604DEC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911264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822FB1-69ED-D801-61B6-3AC9B8781D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15E435-D79E-F3F5-1FBE-0D4AF8458A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E9AF9D7-9B6B-BE6A-572B-D9D264C7944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C6926C9-DE41-559B-38FD-5D3EC605AA1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3541F83-EA00-45B5-A3FF-970A9087D60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EF87369-54D1-13B5-B1F5-6A21FC15AE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36CF75-DB85-4CE3-9059-9A699490049C}" type="datetimeFigureOut">
              <a:rPr lang="en-IN" smtClean="0"/>
              <a:t>05-12-2025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C2206E5-6DC2-5785-3970-882E5B27E3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7B4478E-44E3-4CBD-DFA9-FCAB5FDD0D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758E22-C537-4A35-89EE-EA037604DEC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996941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7A292B-C9D7-1440-C35C-C1FD99CFDE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C8B2B41-CCEC-4FC0-62B7-B62A0FB515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36CF75-DB85-4CE3-9059-9A699490049C}" type="datetimeFigureOut">
              <a:rPr lang="en-IN" smtClean="0"/>
              <a:t>05-12-2025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D794285-0CB0-8A0D-AC42-F312860272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49BDE6-B225-7F9E-A1DC-C5F6C873A6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758E22-C537-4A35-89EE-EA037604DEC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786026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7423685-C042-DF83-CE97-E9FD3BD3AA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36CF75-DB85-4CE3-9059-9A699490049C}" type="datetimeFigureOut">
              <a:rPr lang="en-IN" smtClean="0"/>
              <a:t>05-12-2025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215FBE6-51F4-954A-88A9-CFF255ADE2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8849AC-0DCB-1CE1-C0E0-C0ACDBB70F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758E22-C537-4A35-89EE-EA037604DEC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23428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B08D2F-A722-A6E8-1899-09ABACCB66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548109-DFDE-4557-6EC7-316E87A561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15D8841-7336-BCDA-EF55-D40D3B37307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B22FB7E-4841-E8AD-8814-9EAEC2EC8F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36CF75-DB85-4CE3-9059-9A699490049C}" type="datetimeFigureOut">
              <a:rPr lang="en-IN" smtClean="0"/>
              <a:t>05-12-2025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5740BAA-AFCE-76A2-407B-15625225FB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7492740-F904-9C2E-FDCC-C0BE0B3F71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758E22-C537-4A35-89EE-EA037604DEC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804008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2323EE-71EC-2621-D692-36A2EFA72E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574F3AB-437D-2DD3-5135-17721F6D7A9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34F11D0-0906-AC87-A291-D59DEF35C2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146A769-FF5B-8D05-E334-386184718A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36CF75-DB85-4CE3-9059-9A699490049C}" type="datetimeFigureOut">
              <a:rPr lang="en-IN" smtClean="0"/>
              <a:t>05-12-2025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6CDD91A-6ECD-5895-4CFD-E9A84143E8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DA37103-CC98-9E46-80F1-7A94C208CF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758E22-C537-4A35-89EE-EA037604DEC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7121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ADF2AF-6E07-131C-ECBB-4B52BDCB73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A539521-D5B7-FED9-254A-039A784DFBE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ACAFD7-586F-F6A6-D183-E849920429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36CF75-DB85-4CE3-9059-9A699490049C}" type="datetimeFigureOut">
              <a:rPr lang="en-IN" smtClean="0"/>
              <a:t>05-12-2025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2995B4-268B-5C60-45F8-54453B52B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A0ECC0-EDF8-AE41-70ED-B12686F1A6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758E22-C537-4A35-89EE-EA037604DEC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910689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4B7564D-CE6D-C2ED-DFE2-48E61660FE2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8E22093-838D-132D-16F8-3BD5C67918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029FF0-2392-8812-2B4D-E547A27BF7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36CF75-DB85-4CE3-9059-9A699490049C}" type="datetimeFigureOut">
              <a:rPr lang="en-IN" smtClean="0"/>
              <a:t>05-12-2025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FA4449-500E-46E1-F427-70EF96CFA2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E2A671-3C9D-D8D6-566D-21975F211C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758E22-C537-4A35-89EE-EA037604DEC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783883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4">
                <a:lumMod val="5000"/>
                <a:lumOff val="95000"/>
              </a:schemeClr>
            </a:gs>
            <a:gs pos="74000">
              <a:schemeClr val="accent4">
                <a:lumMod val="45000"/>
                <a:lumOff val="55000"/>
              </a:schemeClr>
            </a:gs>
            <a:gs pos="83000">
              <a:schemeClr val="accent4">
                <a:lumMod val="45000"/>
                <a:lumOff val="55000"/>
              </a:schemeClr>
            </a:gs>
            <a:gs pos="100000">
              <a:schemeClr val="accent4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5EEE8FA-3C22-6EAE-D2BC-393653AFA7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7129A6A-C478-D2D3-F72F-22CA569B49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31BCFB-D562-4AFB-8B30-7614575E744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B36CF75-DB85-4CE3-9059-9A699490049C}" type="datetimeFigureOut">
              <a:rPr lang="en-IN" smtClean="0"/>
              <a:t>05-12-2025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6A77C5-1F15-7A71-B123-933417530CF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8C5802-CFC8-F103-F627-EA3F4FDED14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758E22-C537-4A35-89EE-EA037604DEC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345226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tmp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A1116B-4B70-9D5B-01E9-4A563B18027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 err="1"/>
              <a:t>ScreenSense</a:t>
            </a:r>
            <a:r>
              <a:rPr lang="en-IN" dirty="0"/>
              <a:t>: Kids’ Screentime Analysis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DB0165B-3DC3-08F8-C6AC-CF83F2DE900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b="1" dirty="0"/>
              <a:t>Presented By: Kshiti Gambhir</a:t>
            </a:r>
            <a:br>
              <a:rPr lang="en-US" dirty="0"/>
            </a:br>
            <a:r>
              <a:rPr lang="en-US" b="1" dirty="0"/>
              <a:t>Mentor: Sirisha </a:t>
            </a:r>
            <a:r>
              <a:rPr lang="en-US" b="1" dirty="0" err="1"/>
              <a:t>Arangi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760648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3894C5B-A461-B69A-15EA-B7C96FDA4D4B}"/>
              </a:ext>
            </a:extLst>
          </p:cNvPr>
          <p:cNvSpPr txBox="1"/>
          <p:nvPr/>
        </p:nvSpPr>
        <p:spPr>
          <a:xfrm>
            <a:off x="349135" y="394692"/>
            <a:ext cx="11637818" cy="67403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b="1" dirty="0"/>
              <a:t>Project Overview</a:t>
            </a:r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871809BE-21AD-856B-5F4B-CEC8A73BD2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9135" y="1687352"/>
            <a:ext cx="10889672" cy="41549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Aim: </a:t>
            </a:r>
            <a:r>
              <a:rPr lang="en-IN" sz="2400" dirty="0" err="1"/>
              <a:t>Analyze</a:t>
            </a:r>
            <a:r>
              <a:rPr lang="en-IN" sz="2400" dirty="0"/>
              <a:t> kids’ screentime patterns to uncover trends by age, gender, location type</a:t>
            </a:r>
            <a:r>
              <a:rPr lang="en-IN" sz="2400" b="1" dirty="0"/>
              <a:t> </a:t>
            </a:r>
            <a:r>
              <a:rPr lang="en-IN" sz="2400" dirty="0"/>
              <a:t>(urban/rural), device type, day-of-week, and activity category using data visualization. The</a:t>
            </a:r>
            <a:r>
              <a:rPr lang="en-IN" sz="2400" b="1" dirty="0"/>
              <a:t> </a:t>
            </a:r>
            <a:r>
              <a:rPr lang="en-IN" sz="2400" dirty="0"/>
              <a:t>goal is to present clear, actionable insights for parents, educators, and policymakers.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Dataset size: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9712 entries, 8 key attributes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Focus Variables: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IN" sz="2400" dirty="0"/>
              <a:t>'Age', 'Gender', '</a:t>
            </a:r>
            <a:r>
              <a:rPr lang="en-IN" sz="2400" dirty="0" err="1"/>
              <a:t>Avg_Daily_Screen_Time_hr</a:t>
            </a:r>
            <a:r>
              <a:rPr lang="en-IN" sz="2400" dirty="0"/>
              <a:t>', '</a:t>
            </a:r>
            <a:r>
              <a:rPr lang="en-IN" sz="2400" dirty="0" err="1"/>
              <a:t>Primary_Device</a:t>
            </a:r>
            <a:r>
              <a:rPr lang="en-IN" sz="2400" dirty="0"/>
              <a:t>', '</a:t>
            </a:r>
            <a:r>
              <a:rPr lang="en-IN" sz="2400" dirty="0" err="1"/>
              <a:t>Exceeded_Recommended_Limit</a:t>
            </a:r>
            <a:r>
              <a:rPr lang="en-IN" sz="2400" dirty="0"/>
              <a:t>', '</a:t>
            </a:r>
            <a:r>
              <a:rPr lang="en-IN" sz="2400" dirty="0" err="1"/>
              <a:t>Educational_to_Recreational_Ratio</a:t>
            </a:r>
            <a:r>
              <a:rPr lang="en-IN" sz="2400" dirty="0"/>
              <a:t>', '</a:t>
            </a:r>
            <a:r>
              <a:rPr lang="en-IN" sz="2400" dirty="0" err="1"/>
              <a:t>Health_Impacts</a:t>
            </a:r>
            <a:r>
              <a:rPr lang="en-IN" sz="2400" dirty="0"/>
              <a:t>', '</a:t>
            </a:r>
            <a:r>
              <a:rPr lang="en-IN" sz="2400" dirty="0" err="1"/>
              <a:t>Urban_or_Rural</a:t>
            </a:r>
            <a:r>
              <a:rPr lang="en-IN" sz="2400" dirty="0"/>
              <a:t>'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688548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F1DD741-C36E-2F22-9E83-2DEBDF9C3CBD}"/>
              </a:ext>
            </a:extLst>
          </p:cNvPr>
          <p:cNvSpPr txBox="1"/>
          <p:nvPr/>
        </p:nvSpPr>
        <p:spPr>
          <a:xfrm>
            <a:off x="157316" y="206477"/>
            <a:ext cx="11729884" cy="54476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b="1" dirty="0"/>
              <a:t>Milestone 1 – Data Cleaning &amp; Preparation</a:t>
            </a:r>
          </a:p>
          <a:p>
            <a:endParaRPr lang="en-IN" sz="3600" b="1" dirty="0"/>
          </a:p>
          <a:p>
            <a:r>
              <a:rPr lang="en-IN" sz="2400" dirty="0"/>
              <a:t>Handled missing values using </a:t>
            </a:r>
            <a:r>
              <a:rPr lang="en-IN" sz="2400" b="1" dirty="0"/>
              <a:t>median imputation</a:t>
            </a:r>
            <a:endParaRPr lang="en-IN" sz="2400" dirty="0"/>
          </a:p>
          <a:p>
            <a:r>
              <a:rPr lang="en-IN" sz="2400" dirty="0"/>
              <a:t>Standardized categorical labels (e.g., </a:t>
            </a:r>
            <a:r>
              <a:rPr lang="en-IN" sz="2400" i="1" dirty="0"/>
              <a:t>Male/male → Male</a:t>
            </a:r>
            <a:r>
              <a:rPr lang="en-IN" sz="2400" dirty="0"/>
              <a:t>)</a:t>
            </a:r>
          </a:p>
          <a:p>
            <a:r>
              <a:rPr lang="en-IN" sz="2400" dirty="0"/>
              <a:t>Removed duplicates &amp; dropped unrealistic outliers (&gt; 15 hrs/day)</a:t>
            </a:r>
          </a:p>
          <a:p>
            <a:r>
              <a:rPr lang="en-IN" sz="2400" dirty="0"/>
              <a:t>Ensured consistent formatting (Date, text casing)</a:t>
            </a:r>
          </a:p>
          <a:p>
            <a:endParaRPr lang="en-IN" sz="2400" dirty="0"/>
          </a:p>
          <a:p>
            <a:r>
              <a:rPr lang="en-IN" sz="2400" dirty="0"/>
              <a:t>Output :</a:t>
            </a:r>
          </a:p>
          <a:p>
            <a:pPr lvl="0"/>
            <a:r>
              <a:rPr lang="en-IN" sz="2400" dirty="0"/>
              <a:t>Dataset size: 9712 rows, 8 columns</a:t>
            </a:r>
          </a:p>
          <a:p>
            <a:pPr lvl="0"/>
            <a:r>
              <a:rPr lang="en-IN" sz="2400" dirty="0"/>
              <a:t>Missing values detected in Age and </a:t>
            </a:r>
            <a:r>
              <a:rPr lang="en-IN" sz="2400" dirty="0" err="1"/>
              <a:t>Avg_Daily_Screen_Time_hr</a:t>
            </a:r>
            <a:endParaRPr lang="en-IN" sz="2400" dirty="0"/>
          </a:p>
          <a:p>
            <a:pPr lvl="0"/>
            <a:r>
              <a:rPr lang="en-IN" sz="2400" dirty="0"/>
              <a:t>Minor categorical inconsistencies like “male” and “Male” or “urban” and “Urban”</a:t>
            </a:r>
          </a:p>
          <a:p>
            <a:pPr lvl="0"/>
            <a:r>
              <a:rPr lang="en-IN" sz="2400" dirty="0"/>
              <a:t>No date/time fields present</a:t>
            </a:r>
          </a:p>
          <a:p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615051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70EE3D-2E90-C699-948E-1468F3B2B7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C67B5DB-0C30-FCE5-316F-F77F44534A0D}"/>
              </a:ext>
            </a:extLst>
          </p:cNvPr>
          <p:cNvSpPr txBox="1"/>
          <p:nvPr/>
        </p:nvSpPr>
        <p:spPr>
          <a:xfrm>
            <a:off x="224444" y="290945"/>
            <a:ext cx="11554691" cy="64633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b="1" dirty="0"/>
              <a:t>Milestone 2 – Exploratory Visual Analysis</a:t>
            </a:r>
          </a:p>
          <a:p>
            <a:r>
              <a:rPr lang="en-IN" dirty="0"/>
              <a:t>Univariate visuals and Bivariate visuals created:</a:t>
            </a:r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B0AF7D1-8CE8-450F-B09A-AAD4089E13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718" t="21380" r="29483" b="26797"/>
          <a:stretch>
            <a:fillRect/>
          </a:stretch>
        </p:blipFill>
        <p:spPr>
          <a:xfrm>
            <a:off x="412865" y="1283311"/>
            <a:ext cx="3310740" cy="241138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62DB540-0728-439A-EA75-248DAB80F0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22618" y="1214074"/>
            <a:ext cx="6619938" cy="254340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D9A636A-F401-E478-C9C5-8B3CD42A745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79329" y="3928137"/>
            <a:ext cx="3203407" cy="265545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74AD2436-DF1D-8D7D-C450-482BAF9ED49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9401" y="3847511"/>
            <a:ext cx="3923217" cy="28794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0784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65A3034-1F7B-39F4-968C-18635E5CA9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454" y="549447"/>
            <a:ext cx="3586621" cy="279226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6EF509F-D211-232D-81AF-2039DBA631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0052" y="549447"/>
            <a:ext cx="3267531" cy="269595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EE1C57A-CD37-6625-858E-1E9E670D9C0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78993" y="521841"/>
            <a:ext cx="3170986" cy="2811389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5967F2AA-5E9B-041B-D7CF-93FB880CD9A3}"/>
              </a:ext>
            </a:extLst>
          </p:cNvPr>
          <p:cNvSpPr txBox="1"/>
          <p:nvPr/>
        </p:nvSpPr>
        <p:spPr>
          <a:xfrm>
            <a:off x="1018001" y="8462357"/>
            <a:ext cx="10631978" cy="26675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11C9DECC-C4D5-C63F-89DD-784C20C989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4299" y="3528721"/>
            <a:ext cx="8404865" cy="25853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Created device usage comparison charts by gender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Compared daily screen-time distribution by age bands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Generated recreational vs educational ratio distributions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Observations: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Smartphone top device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across both genders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Teens show 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highest average screen-time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Gender differences minimal, especially below age 12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Outcome: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Core engagement pattern identified → teens highest exposure group.</a:t>
            </a:r>
          </a:p>
        </p:txBody>
      </p:sp>
    </p:spTree>
    <p:extLst>
      <p:ext uri="{BB962C8B-B14F-4D97-AF65-F5344CB8AC3E}">
        <p14:creationId xmlns:p14="http://schemas.microsoft.com/office/powerpoint/2010/main" val="7610865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F060EC-E686-6DB5-4685-29453CD355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3">
            <a:extLst>
              <a:ext uri="{FF2B5EF4-FFF2-40B4-BE49-F238E27FC236}">
                <a16:creationId xmlns:a16="http://schemas.microsoft.com/office/drawing/2014/main" id="{70DFA134-19D9-E128-E9F7-6328F26D4D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2878" y="74235"/>
            <a:ext cx="11571317" cy="67095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Milestone 3 – Segment Insights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3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3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3600" b="1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3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3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3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Top screentime group: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Urban Kids &amp; Teens (13–17 yrs)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Dominant device: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Smartphone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Dominant activity category: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Recreational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significantly higher than learning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Notable health impacts: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Poor Sleep, Eye Strain, Anxiety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leading categories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E36F49B-D60B-52C9-1A2E-4B1D97A6BC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1550" y="803804"/>
            <a:ext cx="5123411" cy="291778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FDE2920-2A1A-2E9D-B23A-63595F30C96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737303"/>
            <a:ext cx="5360176" cy="30444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36880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E999A6-1985-6E38-CB9F-EC2485AB8C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BC4D5AA0-8C75-9C6A-5E72-5BA38612A13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80611247"/>
              </p:ext>
            </p:extLst>
          </p:nvPr>
        </p:nvGraphicFramePr>
        <p:xfrm>
          <a:off x="626533" y="1169172"/>
          <a:ext cx="7078134" cy="3552692"/>
        </p:xfrm>
        <a:graphic>
          <a:graphicData uri="http://schemas.openxmlformats.org/drawingml/2006/table">
            <a:tbl>
              <a:tblPr/>
              <a:tblGrid>
                <a:gridCol w="3671147">
                  <a:extLst>
                    <a:ext uri="{9D8B030D-6E8A-4147-A177-3AD203B41FA5}">
                      <a16:colId xmlns:a16="http://schemas.microsoft.com/office/drawing/2014/main" val="2358912006"/>
                    </a:ext>
                  </a:extLst>
                </a:gridCol>
                <a:gridCol w="3406987">
                  <a:extLst>
                    <a:ext uri="{9D8B030D-6E8A-4147-A177-3AD203B41FA5}">
                      <a16:colId xmlns:a16="http://schemas.microsoft.com/office/drawing/2014/main" val="1397123320"/>
                    </a:ext>
                  </a:extLst>
                </a:gridCol>
              </a:tblGrid>
              <a:tr h="13113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/>
                        <a:t>Metric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Finding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05471657"/>
                  </a:ext>
                </a:extLst>
              </a:tr>
              <a:tr h="56813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Average Screentime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0" dirty="0"/>
                        <a:t>4.37 hrs/day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54776371"/>
                  </a:ext>
                </a:extLst>
              </a:tr>
              <a:tr h="56813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/>
                        <a:t>Highest Screentime Group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/>
                        <a:t>Urban Teens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22683578"/>
                  </a:ext>
                </a:extLst>
              </a:tr>
              <a:tr h="56813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Top Device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Smartphone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90900747"/>
                  </a:ext>
                </a:extLst>
              </a:tr>
              <a:tr h="56813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Top Activity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Recreation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7226237"/>
                  </a:ext>
                </a:extLst>
              </a:tr>
              <a:tr h="56813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Health Impact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/>
                        <a:t>Poor sleep &amp; eye strain dominate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99712772"/>
                  </a:ext>
                </a:extLst>
              </a:tr>
            </a:tbl>
          </a:graphicData>
        </a:graphic>
      </p:graphicFrame>
      <p:sp>
        <p:nvSpPr>
          <p:cNvPr id="4" name="Rectangle 1">
            <a:extLst>
              <a:ext uri="{FF2B5EF4-FFF2-40B4-BE49-F238E27FC236}">
                <a16:creationId xmlns:a16="http://schemas.microsoft.com/office/drawing/2014/main" id="{F694FBAF-2753-554A-5A29-B7C64A3381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6533" y="245842"/>
            <a:ext cx="8206532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Key Findings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867340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E1A753-2781-E72D-CAD4-B26B0558D1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E8414E4-0D5A-14B0-0FF1-814C7B3CCAC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8949"/>
            <a:ext cx="12192000" cy="67601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02493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CB3794-67A4-64CB-E512-49704FC561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70C7671-E395-9527-BFA4-8F63C60A2992}"/>
              </a:ext>
            </a:extLst>
          </p:cNvPr>
          <p:cNvSpPr txBox="1"/>
          <p:nvPr/>
        </p:nvSpPr>
        <p:spPr>
          <a:xfrm>
            <a:off x="216131" y="299258"/>
            <a:ext cx="11770822" cy="3323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/>
              <a:t>Impact &amp; Conclusion</a:t>
            </a:r>
          </a:p>
          <a:p>
            <a:endParaRPr lang="en-US" sz="3600" b="1" dirty="0"/>
          </a:p>
          <a:p>
            <a:r>
              <a:rPr lang="en-US" sz="2400" dirty="0"/>
              <a:t>Provides visibility into early screen dependency</a:t>
            </a:r>
          </a:p>
          <a:p>
            <a:r>
              <a:rPr lang="en-US" sz="2400" dirty="0"/>
              <a:t>Supports digital well-being decisions for children</a:t>
            </a:r>
          </a:p>
          <a:p>
            <a:r>
              <a:rPr lang="en-US" sz="2400" dirty="0"/>
              <a:t>Helps parents monitor device exposure</a:t>
            </a:r>
          </a:p>
          <a:p>
            <a:r>
              <a:rPr lang="en-US" sz="2400" dirty="0"/>
              <a:t>Enables educators to adjust digital learning load</a:t>
            </a:r>
          </a:p>
          <a:p>
            <a:r>
              <a:rPr lang="en-US" sz="2400" dirty="0"/>
              <a:t>Highlights need for balanced recreation &amp; education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771120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155</TotalTime>
  <Words>396</Words>
  <Application>Microsoft Office PowerPoint</Application>
  <PresentationFormat>Widescreen</PresentationFormat>
  <Paragraphs>106</Paragraphs>
  <Slides>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Calibri Light</vt:lpstr>
      <vt:lpstr>Office Theme</vt:lpstr>
      <vt:lpstr>ScreenSense: Kids’ Screentime Analysis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kshiti gambhir</dc:creator>
  <cp:lastModifiedBy>kshiti gambhir</cp:lastModifiedBy>
  <cp:revision>6</cp:revision>
  <dcterms:created xsi:type="dcterms:W3CDTF">2025-12-04T09:50:22Z</dcterms:created>
  <dcterms:modified xsi:type="dcterms:W3CDTF">2025-12-05T16:33:02Z</dcterms:modified>
</cp:coreProperties>
</file>