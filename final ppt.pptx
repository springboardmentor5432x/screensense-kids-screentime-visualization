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50" d="100"/>
          <a:sy n="50" d="100"/>
        </p:scale>
        <p:origin x="1934" y="7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5T14:12:46.766"/>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5T14:12:46.766"/>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5T14:12:46.767"/>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5T14:12:46.767"/>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5T14:12:46.768"/>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5T14:12:46.769"/>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5T14:15:53.831"/>
    </inkml:context>
    <inkml:brush xml:id="br0">
      <inkml:brushProperty name="width" value="0.35" units="cm"/>
      <inkml:brushProperty name="height" value="0.35" units="cm"/>
      <inkml:brushProperty name="color" value="#FFFFFF"/>
    </inkml:brush>
  </inkml:definitions>
  <inkml:trace contextRef="#ctx0" brushRef="#br0">1 0 24423,'3588'0'0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5T14:15:53.832"/>
    </inkml:context>
    <inkml:brush xml:id="br0">
      <inkml:brushProperty name="width" value="0.35" units="cm"/>
      <inkml:brushProperty name="height" value="0.35" units="cm"/>
      <inkml:brushProperty name="color" value="#FFFFFF"/>
    </inkml:brush>
  </inkml:definitions>
  <inkml:trace contextRef="#ctx0" brushRef="#br0">4136 1256 24575,'-58'24'0,"17"-8"0,-225 94 0,-460 119 0,688-220 0,0-2 0,-1-2 0,-72-1 0,78-4 0,1 3 0,0 1 0,-47 13 0,39-8 0,12-2 0,0 3 0,-34 16 0,-19 6 0,25-17 0,-80 11 0,100-20 0,-21 5 0,-65 24 0,-6-1 0,-221 28 0,216-51 0,-160-10 0,128-4 0,71 5 0,-108-4 0,174-2 0,0-2 0,1-1 0,-1-1 0,-27-13 0,-2-8 0,41 20 0,0 1 0,-30-11 0,22 13 0,2-2 0,-38-18 0,52 22 0,0-1 0,1 0 0,0 0 0,0 0 0,1-2 0,-1 2 0,1-2 0,1 0 0,-1 0 0,1 0 0,-6-10 0,-19-36 0,19 36 0,0 0 0,1-1 0,1-1 0,0 0 0,1-1 0,1 1 0,-8-38 0,8 13 0,-2-10 0,-5-101 0,13 89 0,-1 17 0,8-92 0,-5 131 0,1 1 0,-1 0 0,2 1 0,0-2 0,-1 2 0,2-1 0,-1 2 0,1-2 0,0 1 0,1 0 0,-1 0 0,2 1 0,-1 0 0,1 0 0,0 0 0,0 2 0,1-1 0,-1 0 0,1 1 0,0 0 0,0 0 0,15-6 0,23-2 0,0 3 0,0 1 0,65-1 0,-9-1 0,513-34 0,7 43 0,-572 0 0,56-11 0,36 0 0,-106 13 0,5 0 0,-1-1 0,41-8 0,-48 3 0,1 0 0,0-2 0,37-12 0,-33 8 0,0 2 0,76-10 0,5 0 0,26-3 0,-81 14 0,50-15 0,13-1 0,-39 19 0,90 8 0,55-4 0,-227 2 0,0 0 0,0-1 0,1 0 0,-1 0 0,1-1 0,-1 0 0,0 0 0,0 0 0,-1 1 0,10-8 0,-13 9 0,-1-1 0,0 1 0,1 0 0,-1 0 0,1-1 0,-1 1 0,0 0 0,1-1 0,-1 1 0,0-1 0,0 1 0,1 0 0,-1-1 0,0 1 0,0-1 0,0 1 0,0-1 0,0 1 0,0 0 0,0-1 0,0 1 0,0-1 0,0 1 0,0-1 0,0 1 0,0-1 0,0 1 0,0 0 0,0 0 0,0-1 0,0 1 0,0-1 0,0 1 0,0 0 0,0-1 0,0 1 0,0-1 0,-1 1 0,1-1 0,0 1 0,-1-1 0,-18-13 0,0 5 0,0 1 0,-1 2 0,0 0 0,-40-6 0,-283-27-478,-13 30-376,277 8 702,-1478-1-2205,770 5 2466,782-3 29,0-1 1,0 1-1,1-1 0,0 0 0,-2 0 0,2-1 0,0 1 1,-1-1-1,1 0 0,-8-4 0,11 5-86,-1 0 0,2 0 0,-1 0 0,0 0 0,0 0 0,0 0 0,0-1 0,0 1 0,1 0 0,-1-1 0,0 1 0,0 0 0,1 0 0,-1 0 0,1-1 0,-1 1 0,1-1 1,0 1-1,-1-1 0,1 0 0,0 1 0,0-1 0,0 1 0,0-1 0,0 0 0,0 2 0,1-2 0,-1 1 0,0-1 0,1 1 0,0-1 0,-1 1 0,1-1 0,0 1 0,-1-1 0,1 1 0,-1 0 0,1 0 0,0-1 0,2 1 0,3-8-41,1 1 0,0 0 0,-1 1 0,2-1 0,0 2 0,0 0 0,0 0 0,17-9 0,7 0-21,36-13 1,-57 23 8,271-99 1,-203 79-1365,2 3-5461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5T14:15:53.833"/>
    </inkml:context>
    <inkml:brush xml:id="br0">
      <inkml:brushProperty name="width" value="0.35" units="cm"/>
      <inkml:brushProperty name="height" value="0.35" units="cm"/>
      <inkml:brushProperty name="color" value="#FFFFFF"/>
    </inkml:brush>
  </inkml:definitions>
  <inkml:trace contextRef="#ctx0" brushRef="#br0">2321 143 24575,'1246'0'0,"-1263"0"0,-123-1 0,-235 32 0,13 42 0,-79 13 0,418-83 0,-315 47 0,-4-33 0,-570-21 0,507 6 0,403-2 0,-34-3 0,34 3 0,0-1 0,1 1 0,-1-1 0,0 1 0,0-1 0,1 0 0,-1 1 0,0-1 0,1 0 0,-1 0 0,1-1 0,-1 1 0,1 0 0,0-1 0,0 1 0,-1-1 0,-1-1 0,3 2 0,0 0 0,0 1 0,0-1 0,0 0 0,0 1 0,0-1 0,0 1 0,0 0 0,0-1 0,0 1 0,0-1 0,0 0 0,0 1 0,0-1 0,0 0 0,0 1 0,0-1 0,0 1 0,0-1 0,0 0 0,1 1 0,-1-1 0,0 1 0,1-1 0,-1 1 0,0-1 0,1 1 0,-1-1 0,1 1 0,-1-1 0,1 1 0,-1 0 0,1-1 0,-1 1 0,0 0 0,1-1 0,-1 1 0,1 0 0,-1 0 0,1 0 0,1-1 0,24-6 0,-25 6 0,36-5 0,37-1 0,5 1 0,0-6 0,38-5 0,122 0 0,1092 19 0,-1312-4 0,0-1 0,0 0 0,0-2 0,36-14 0,8-1 0,-59 19 0,1 0 0,-2 0 0,2-1 0,-2 0 0,0 0 0,2 0 0,-2-1 0,1 1 0,-1-1 0,1 0 0,-2 1 0,2-1 0,2-6 0,-5 8 0,-1-1 0,1 1 0,0-1 0,0 1 0,-1 0 0,1-1 0,-1 0 0,1 0 0,-1 1 0,0-1 0,1 0 0,-1 0 0,0 0 0,0 0 0,0 1 0,-1 0 0,1-1 0,0 0 0,-1 0 0,1 1 0,-1-1 0,1 0 0,-1 0 0,0 1 0,0-1 0,1 1 0,-1-1 0,0 2 0,0-2 0,0 1 0,-1-1 0,2 1 0,-1 0 0,-1 0 0,1 0 0,-1 0 0,0-1 0,-10-6 0,1 0 0,0 0 0,-1 2 0,0-1 0,0 2 0,-1-1 0,-20-3 0,-2 0 0,-58-4 0,-38 6 0,-21-2 0,-479-35 0,-215 46 143,478-3-1651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5T14:15:53.834"/>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5T14:15:53.835"/>
    </inkml:context>
    <inkml:brush xml:id="br0">
      <inkml:brushProperty name="width" value="0.35" units="cm"/>
      <inkml:brushProperty name="height" value="0.35" units="cm"/>
      <inkml:brushProperty name="color" value="#FFFFFF"/>
    </inkml:brush>
  </inkml:definitions>
  <inkml:trace contextRef="#ctx0" brushRef="#br0">0 22 24575,'10'0'0,"5"0"0,7 0 0,3 0 0,6 0 0,3 0 0,-2 0 0,5 0 0,-2 0 0,-5-5 0,-8-11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5T14:22:09.510"/>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5T14:22:09.512"/>
    </inkml:context>
    <inkml:brush xml:id="br0">
      <inkml:brushProperty name="width" value="0.35" units="cm"/>
      <inkml:brushProperty name="height" value="0.35" units="cm"/>
      <inkml:brushProperty name="color" value="#FFFFFF"/>
    </inkml:brush>
  </inkml:definitions>
  <inkml:trace contextRef="#ctx0" brushRef="#br0">0 0 24575,'1067'0'-1365</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5T14:22:09.508"/>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2BF89-9B4E-8812-1E2B-78C26E9FC64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FC35B5F-586A-1042-ACA5-4A8F1E7F72D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A27BB33-729E-871D-8417-02F2D37F1230}"/>
              </a:ext>
            </a:extLst>
          </p:cNvPr>
          <p:cNvSpPr>
            <a:spLocks noGrp="1"/>
          </p:cNvSpPr>
          <p:nvPr>
            <p:ph type="dt" sz="half" idx="10"/>
          </p:nvPr>
        </p:nvSpPr>
        <p:spPr/>
        <p:txBody>
          <a:bodyPr/>
          <a:lstStyle/>
          <a:p>
            <a:fld id="{D67822D8-7413-4238-9B93-E2A6FFFDFBCE}" type="datetimeFigureOut">
              <a:rPr lang="en-IN" smtClean="0"/>
              <a:t>05-12-2025</a:t>
            </a:fld>
            <a:endParaRPr lang="en-IN"/>
          </a:p>
        </p:txBody>
      </p:sp>
      <p:sp>
        <p:nvSpPr>
          <p:cNvPr id="5" name="Footer Placeholder 4">
            <a:extLst>
              <a:ext uri="{FF2B5EF4-FFF2-40B4-BE49-F238E27FC236}">
                <a16:creationId xmlns:a16="http://schemas.microsoft.com/office/drawing/2014/main" id="{9CE1C9DC-9DE2-DE24-CC0F-2CF52197808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E410A37-4F79-8C5F-19BC-E1A692D910A3}"/>
              </a:ext>
            </a:extLst>
          </p:cNvPr>
          <p:cNvSpPr>
            <a:spLocks noGrp="1"/>
          </p:cNvSpPr>
          <p:nvPr>
            <p:ph type="sldNum" sz="quarter" idx="12"/>
          </p:nvPr>
        </p:nvSpPr>
        <p:spPr/>
        <p:txBody>
          <a:bodyPr/>
          <a:lstStyle/>
          <a:p>
            <a:fld id="{CE686B38-2433-4491-9A22-03472B26293F}" type="slidenum">
              <a:rPr lang="en-IN" smtClean="0"/>
              <a:t>‹#›</a:t>
            </a:fld>
            <a:endParaRPr lang="en-IN"/>
          </a:p>
        </p:txBody>
      </p:sp>
    </p:spTree>
    <p:extLst>
      <p:ext uri="{BB962C8B-B14F-4D97-AF65-F5344CB8AC3E}">
        <p14:creationId xmlns:p14="http://schemas.microsoft.com/office/powerpoint/2010/main" val="37587689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7B94F-2BB8-AEAA-55DF-F3378734372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3B06923-C46C-1AB8-1358-6662DB5D7BF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4DCECDD-80E4-DA69-1375-0D693B811618}"/>
              </a:ext>
            </a:extLst>
          </p:cNvPr>
          <p:cNvSpPr>
            <a:spLocks noGrp="1"/>
          </p:cNvSpPr>
          <p:nvPr>
            <p:ph type="dt" sz="half" idx="10"/>
          </p:nvPr>
        </p:nvSpPr>
        <p:spPr/>
        <p:txBody>
          <a:bodyPr/>
          <a:lstStyle/>
          <a:p>
            <a:fld id="{D67822D8-7413-4238-9B93-E2A6FFFDFBCE}" type="datetimeFigureOut">
              <a:rPr lang="en-IN" smtClean="0"/>
              <a:t>05-12-2025</a:t>
            </a:fld>
            <a:endParaRPr lang="en-IN"/>
          </a:p>
        </p:txBody>
      </p:sp>
      <p:sp>
        <p:nvSpPr>
          <p:cNvPr id="5" name="Footer Placeholder 4">
            <a:extLst>
              <a:ext uri="{FF2B5EF4-FFF2-40B4-BE49-F238E27FC236}">
                <a16:creationId xmlns:a16="http://schemas.microsoft.com/office/drawing/2014/main" id="{EF6F579B-3FEB-E8FE-7521-A84C0AFB34C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819C7F8-894F-1CF1-DDD9-DAB50FBE066B}"/>
              </a:ext>
            </a:extLst>
          </p:cNvPr>
          <p:cNvSpPr>
            <a:spLocks noGrp="1"/>
          </p:cNvSpPr>
          <p:nvPr>
            <p:ph type="sldNum" sz="quarter" idx="12"/>
          </p:nvPr>
        </p:nvSpPr>
        <p:spPr/>
        <p:txBody>
          <a:bodyPr/>
          <a:lstStyle/>
          <a:p>
            <a:fld id="{CE686B38-2433-4491-9A22-03472B26293F}" type="slidenum">
              <a:rPr lang="en-IN" smtClean="0"/>
              <a:t>‹#›</a:t>
            </a:fld>
            <a:endParaRPr lang="en-IN"/>
          </a:p>
        </p:txBody>
      </p:sp>
    </p:spTree>
    <p:extLst>
      <p:ext uri="{BB962C8B-B14F-4D97-AF65-F5344CB8AC3E}">
        <p14:creationId xmlns:p14="http://schemas.microsoft.com/office/powerpoint/2010/main" val="17854448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AE1C9-8AC7-AACA-0C3B-5CD6C1167EF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5AAFE46-DEC6-BCF4-9664-E606DFA8BA1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7693007-9A6B-B66C-2AC6-240B8C319094}"/>
              </a:ext>
            </a:extLst>
          </p:cNvPr>
          <p:cNvSpPr>
            <a:spLocks noGrp="1"/>
          </p:cNvSpPr>
          <p:nvPr>
            <p:ph type="dt" sz="half" idx="10"/>
          </p:nvPr>
        </p:nvSpPr>
        <p:spPr/>
        <p:txBody>
          <a:bodyPr/>
          <a:lstStyle/>
          <a:p>
            <a:fld id="{D67822D8-7413-4238-9B93-E2A6FFFDFBCE}" type="datetimeFigureOut">
              <a:rPr lang="en-IN" smtClean="0"/>
              <a:t>05-12-2025</a:t>
            </a:fld>
            <a:endParaRPr lang="en-IN"/>
          </a:p>
        </p:txBody>
      </p:sp>
      <p:sp>
        <p:nvSpPr>
          <p:cNvPr id="5" name="Footer Placeholder 4">
            <a:extLst>
              <a:ext uri="{FF2B5EF4-FFF2-40B4-BE49-F238E27FC236}">
                <a16:creationId xmlns:a16="http://schemas.microsoft.com/office/drawing/2014/main" id="{C6675E5D-0EA1-61B8-FFA2-7E88585C04D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50109B2-049C-43E7-14A5-FE3381E13C7F}"/>
              </a:ext>
            </a:extLst>
          </p:cNvPr>
          <p:cNvSpPr>
            <a:spLocks noGrp="1"/>
          </p:cNvSpPr>
          <p:nvPr>
            <p:ph type="sldNum" sz="quarter" idx="12"/>
          </p:nvPr>
        </p:nvSpPr>
        <p:spPr/>
        <p:txBody>
          <a:bodyPr/>
          <a:lstStyle/>
          <a:p>
            <a:fld id="{CE686B38-2433-4491-9A22-03472B26293F}" type="slidenum">
              <a:rPr lang="en-IN" smtClean="0"/>
              <a:t>‹#›</a:t>
            </a:fld>
            <a:endParaRPr lang="en-IN"/>
          </a:p>
        </p:txBody>
      </p:sp>
    </p:spTree>
    <p:extLst>
      <p:ext uri="{BB962C8B-B14F-4D97-AF65-F5344CB8AC3E}">
        <p14:creationId xmlns:p14="http://schemas.microsoft.com/office/powerpoint/2010/main" val="11242527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E5AF7-1E45-99D0-7528-0912AB568DD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7D4788F-3D65-B71A-C2F0-501461EA6C7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2307DEC-8D8E-6ADB-2F72-DFE52FA5DFE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17367EC-5107-48A2-919F-34700DFA77DF}"/>
              </a:ext>
            </a:extLst>
          </p:cNvPr>
          <p:cNvSpPr>
            <a:spLocks noGrp="1"/>
          </p:cNvSpPr>
          <p:nvPr>
            <p:ph type="dt" sz="half" idx="10"/>
          </p:nvPr>
        </p:nvSpPr>
        <p:spPr/>
        <p:txBody>
          <a:bodyPr/>
          <a:lstStyle/>
          <a:p>
            <a:fld id="{D67822D8-7413-4238-9B93-E2A6FFFDFBCE}" type="datetimeFigureOut">
              <a:rPr lang="en-IN" smtClean="0"/>
              <a:t>05-12-2025</a:t>
            </a:fld>
            <a:endParaRPr lang="en-IN"/>
          </a:p>
        </p:txBody>
      </p:sp>
      <p:sp>
        <p:nvSpPr>
          <p:cNvPr id="6" name="Footer Placeholder 5">
            <a:extLst>
              <a:ext uri="{FF2B5EF4-FFF2-40B4-BE49-F238E27FC236}">
                <a16:creationId xmlns:a16="http://schemas.microsoft.com/office/drawing/2014/main" id="{5BD7E547-5A53-EE29-6713-13A812D74AA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452FF0B-500B-2229-6A32-3D2C439156DA}"/>
              </a:ext>
            </a:extLst>
          </p:cNvPr>
          <p:cNvSpPr>
            <a:spLocks noGrp="1"/>
          </p:cNvSpPr>
          <p:nvPr>
            <p:ph type="sldNum" sz="quarter" idx="12"/>
          </p:nvPr>
        </p:nvSpPr>
        <p:spPr/>
        <p:txBody>
          <a:bodyPr/>
          <a:lstStyle/>
          <a:p>
            <a:fld id="{CE686B38-2433-4491-9A22-03472B26293F}" type="slidenum">
              <a:rPr lang="en-IN" smtClean="0"/>
              <a:t>‹#›</a:t>
            </a:fld>
            <a:endParaRPr lang="en-IN"/>
          </a:p>
        </p:txBody>
      </p:sp>
    </p:spTree>
    <p:extLst>
      <p:ext uri="{BB962C8B-B14F-4D97-AF65-F5344CB8AC3E}">
        <p14:creationId xmlns:p14="http://schemas.microsoft.com/office/powerpoint/2010/main" val="1307344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FA3949-7682-ECEC-12C8-E9AE17A4B6B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B743921-9267-5240-0206-B17068E2D51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58E25FC-28F5-4C0A-E175-912923D4E32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4C2A3B6-454D-377F-5A35-42CC894E92D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796005C-11AF-2087-542E-01FB1F8971C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2AC5CE0-61A5-CAA3-ABDC-886C322B45C6}"/>
              </a:ext>
            </a:extLst>
          </p:cNvPr>
          <p:cNvSpPr>
            <a:spLocks noGrp="1"/>
          </p:cNvSpPr>
          <p:nvPr>
            <p:ph type="dt" sz="half" idx="10"/>
          </p:nvPr>
        </p:nvSpPr>
        <p:spPr/>
        <p:txBody>
          <a:bodyPr/>
          <a:lstStyle/>
          <a:p>
            <a:fld id="{D67822D8-7413-4238-9B93-E2A6FFFDFBCE}" type="datetimeFigureOut">
              <a:rPr lang="en-IN" smtClean="0"/>
              <a:t>05-12-2025</a:t>
            </a:fld>
            <a:endParaRPr lang="en-IN"/>
          </a:p>
        </p:txBody>
      </p:sp>
      <p:sp>
        <p:nvSpPr>
          <p:cNvPr id="8" name="Footer Placeholder 7">
            <a:extLst>
              <a:ext uri="{FF2B5EF4-FFF2-40B4-BE49-F238E27FC236}">
                <a16:creationId xmlns:a16="http://schemas.microsoft.com/office/drawing/2014/main" id="{700E33C8-D05A-8577-C3D5-DF7D40B7168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590C718-310B-4713-5B0F-C2A20FB8A63D}"/>
              </a:ext>
            </a:extLst>
          </p:cNvPr>
          <p:cNvSpPr>
            <a:spLocks noGrp="1"/>
          </p:cNvSpPr>
          <p:nvPr>
            <p:ph type="sldNum" sz="quarter" idx="12"/>
          </p:nvPr>
        </p:nvSpPr>
        <p:spPr/>
        <p:txBody>
          <a:bodyPr/>
          <a:lstStyle/>
          <a:p>
            <a:fld id="{CE686B38-2433-4491-9A22-03472B26293F}" type="slidenum">
              <a:rPr lang="en-IN" smtClean="0"/>
              <a:t>‹#›</a:t>
            </a:fld>
            <a:endParaRPr lang="en-IN"/>
          </a:p>
        </p:txBody>
      </p:sp>
    </p:spTree>
    <p:extLst>
      <p:ext uri="{BB962C8B-B14F-4D97-AF65-F5344CB8AC3E}">
        <p14:creationId xmlns:p14="http://schemas.microsoft.com/office/powerpoint/2010/main" val="29675130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67B9D-6F99-0E4A-E15A-B58E1D862B1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2D7FA81-2890-B1CE-302E-6B875B22CE80}"/>
              </a:ext>
            </a:extLst>
          </p:cNvPr>
          <p:cNvSpPr>
            <a:spLocks noGrp="1"/>
          </p:cNvSpPr>
          <p:nvPr>
            <p:ph type="dt" sz="half" idx="10"/>
          </p:nvPr>
        </p:nvSpPr>
        <p:spPr/>
        <p:txBody>
          <a:bodyPr/>
          <a:lstStyle/>
          <a:p>
            <a:fld id="{D67822D8-7413-4238-9B93-E2A6FFFDFBCE}" type="datetimeFigureOut">
              <a:rPr lang="en-IN" smtClean="0"/>
              <a:t>05-12-2025</a:t>
            </a:fld>
            <a:endParaRPr lang="en-IN"/>
          </a:p>
        </p:txBody>
      </p:sp>
      <p:sp>
        <p:nvSpPr>
          <p:cNvPr id="4" name="Footer Placeholder 3">
            <a:extLst>
              <a:ext uri="{FF2B5EF4-FFF2-40B4-BE49-F238E27FC236}">
                <a16:creationId xmlns:a16="http://schemas.microsoft.com/office/drawing/2014/main" id="{50C1BEE0-853E-2A14-12E2-F8806A0CC8C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84EC04A-C306-327D-32B9-7C3B4FC45E86}"/>
              </a:ext>
            </a:extLst>
          </p:cNvPr>
          <p:cNvSpPr>
            <a:spLocks noGrp="1"/>
          </p:cNvSpPr>
          <p:nvPr>
            <p:ph type="sldNum" sz="quarter" idx="12"/>
          </p:nvPr>
        </p:nvSpPr>
        <p:spPr/>
        <p:txBody>
          <a:bodyPr/>
          <a:lstStyle/>
          <a:p>
            <a:fld id="{CE686B38-2433-4491-9A22-03472B26293F}" type="slidenum">
              <a:rPr lang="en-IN" smtClean="0"/>
              <a:t>‹#›</a:t>
            </a:fld>
            <a:endParaRPr lang="en-IN"/>
          </a:p>
        </p:txBody>
      </p:sp>
    </p:spTree>
    <p:extLst>
      <p:ext uri="{BB962C8B-B14F-4D97-AF65-F5344CB8AC3E}">
        <p14:creationId xmlns:p14="http://schemas.microsoft.com/office/powerpoint/2010/main" val="36375347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896119E-334D-9756-AF83-83A94A804875}"/>
              </a:ext>
            </a:extLst>
          </p:cNvPr>
          <p:cNvSpPr>
            <a:spLocks noGrp="1"/>
          </p:cNvSpPr>
          <p:nvPr>
            <p:ph type="dt" sz="half" idx="10"/>
          </p:nvPr>
        </p:nvSpPr>
        <p:spPr/>
        <p:txBody>
          <a:bodyPr/>
          <a:lstStyle/>
          <a:p>
            <a:fld id="{D67822D8-7413-4238-9B93-E2A6FFFDFBCE}" type="datetimeFigureOut">
              <a:rPr lang="en-IN" smtClean="0"/>
              <a:t>05-12-2025</a:t>
            </a:fld>
            <a:endParaRPr lang="en-IN"/>
          </a:p>
        </p:txBody>
      </p:sp>
      <p:sp>
        <p:nvSpPr>
          <p:cNvPr id="3" name="Footer Placeholder 2">
            <a:extLst>
              <a:ext uri="{FF2B5EF4-FFF2-40B4-BE49-F238E27FC236}">
                <a16:creationId xmlns:a16="http://schemas.microsoft.com/office/drawing/2014/main" id="{44398175-82D2-6581-4C9A-866462D1CD4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D997AAE-5552-ABA0-544F-E2E8F36C03CD}"/>
              </a:ext>
            </a:extLst>
          </p:cNvPr>
          <p:cNvSpPr>
            <a:spLocks noGrp="1"/>
          </p:cNvSpPr>
          <p:nvPr>
            <p:ph type="sldNum" sz="quarter" idx="12"/>
          </p:nvPr>
        </p:nvSpPr>
        <p:spPr/>
        <p:txBody>
          <a:bodyPr/>
          <a:lstStyle/>
          <a:p>
            <a:fld id="{CE686B38-2433-4491-9A22-03472B26293F}" type="slidenum">
              <a:rPr lang="en-IN" smtClean="0"/>
              <a:t>‹#›</a:t>
            </a:fld>
            <a:endParaRPr lang="en-IN"/>
          </a:p>
        </p:txBody>
      </p:sp>
    </p:spTree>
    <p:extLst>
      <p:ext uri="{BB962C8B-B14F-4D97-AF65-F5344CB8AC3E}">
        <p14:creationId xmlns:p14="http://schemas.microsoft.com/office/powerpoint/2010/main" val="34697122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331BA-4217-56B9-F368-17E053D17A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56C515C-DEBF-7079-76AC-0D9A34D32D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2F66F6A-B7CE-53F1-0D88-483A494598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6E9BD3-25EB-41D8-B5D7-9103E5E3F2B6}"/>
              </a:ext>
            </a:extLst>
          </p:cNvPr>
          <p:cNvSpPr>
            <a:spLocks noGrp="1"/>
          </p:cNvSpPr>
          <p:nvPr>
            <p:ph type="dt" sz="half" idx="10"/>
          </p:nvPr>
        </p:nvSpPr>
        <p:spPr/>
        <p:txBody>
          <a:bodyPr/>
          <a:lstStyle/>
          <a:p>
            <a:fld id="{D67822D8-7413-4238-9B93-E2A6FFFDFBCE}" type="datetimeFigureOut">
              <a:rPr lang="en-IN" smtClean="0"/>
              <a:t>05-12-2025</a:t>
            </a:fld>
            <a:endParaRPr lang="en-IN"/>
          </a:p>
        </p:txBody>
      </p:sp>
      <p:sp>
        <p:nvSpPr>
          <p:cNvPr id="6" name="Footer Placeholder 5">
            <a:extLst>
              <a:ext uri="{FF2B5EF4-FFF2-40B4-BE49-F238E27FC236}">
                <a16:creationId xmlns:a16="http://schemas.microsoft.com/office/drawing/2014/main" id="{36373D56-BF41-AA73-9A73-E75969BC8D8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7D86E99-A320-5EE0-CBCF-1BE572896701}"/>
              </a:ext>
            </a:extLst>
          </p:cNvPr>
          <p:cNvSpPr>
            <a:spLocks noGrp="1"/>
          </p:cNvSpPr>
          <p:nvPr>
            <p:ph type="sldNum" sz="quarter" idx="12"/>
          </p:nvPr>
        </p:nvSpPr>
        <p:spPr/>
        <p:txBody>
          <a:bodyPr/>
          <a:lstStyle/>
          <a:p>
            <a:fld id="{CE686B38-2433-4491-9A22-03472B26293F}" type="slidenum">
              <a:rPr lang="en-IN" smtClean="0"/>
              <a:t>‹#›</a:t>
            </a:fld>
            <a:endParaRPr lang="en-IN"/>
          </a:p>
        </p:txBody>
      </p:sp>
    </p:spTree>
    <p:extLst>
      <p:ext uri="{BB962C8B-B14F-4D97-AF65-F5344CB8AC3E}">
        <p14:creationId xmlns:p14="http://schemas.microsoft.com/office/powerpoint/2010/main" val="11315718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EE6775-4367-FAE5-9057-8AC48B4751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3CE002B-4981-C7E5-0CEF-72EC42C9E1A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D2251B1-2B76-17E7-3E8F-E9DD36A6B5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765441-63EC-DFFA-4367-8F67676C27F8}"/>
              </a:ext>
            </a:extLst>
          </p:cNvPr>
          <p:cNvSpPr>
            <a:spLocks noGrp="1"/>
          </p:cNvSpPr>
          <p:nvPr>
            <p:ph type="dt" sz="half" idx="10"/>
          </p:nvPr>
        </p:nvSpPr>
        <p:spPr/>
        <p:txBody>
          <a:bodyPr/>
          <a:lstStyle/>
          <a:p>
            <a:fld id="{D67822D8-7413-4238-9B93-E2A6FFFDFBCE}" type="datetimeFigureOut">
              <a:rPr lang="en-IN" smtClean="0"/>
              <a:t>05-12-2025</a:t>
            </a:fld>
            <a:endParaRPr lang="en-IN"/>
          </a:p>
        </p:txBody>
      </p:sp>
      <p:sp>
        <p:nvSpPr>
          <p:cNvPr id="6" name="Footer Placeholder 5">
            <a:extLst>
              <a:ext uri="{FF2B5EF4-FFF2-40B4-BE49-F238E27FC236}">
                <a16:creationId xmlns:a16="http://schemas.microsoft.com/office/drawing/2014/main" id="{A7CEC1A5-56FE-EEDF-A6AB-8106A1AF71F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4F6B0AD-2E4A-7F31-1BB4-A51FB5FE45A1}"/>
              </a:ext>
            </a:extLst>
          </p:cNvPr>
          <p:cNvSpPr>
            <a:spLocks noGrp="1"/>
          </p:cNvSpPr>
          <p:nvPr>
            <p:ph type="sldNum" sz="quarter" idx="12"/>
          </p:nvPr>
        </p:nvSpPr>
        <p:spPr/>
        <p:txBody>
          <a:bodyPr/>
          <a:lstStyle/>
          <a:p>
            <a:fld id="{CE686B38-2433-4491-9A22-03472B26293F}" type="slidenum">
              <a:rPr lang="en-IN" smtClean="0"/>
              <a:t>‹#›</a:t>
            </a:fld>
            <a:endParaRPr lang="en-IN"/>
          </a:p>
        </p:txBody>
      </p:sp>
    </p:spTree>
    <p:extLst>
      <p:ext uri="{BB962C8B-B14F-4D97-AF65-F5344CB8AC3E}">
        <p14:creationId xmlns:p14="http://schemas.microsoft.com/office/powerpoint/2010/main" val="31599688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F11F2-4227-B8CD-4E44-D8111059E60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4064CAE-FFC8-F475-BAE9-645A26FC1B3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9D7251F-902A-3390-0D82-D7FA9279D46B}"/>
              </a:ext>
            </a:extLst>
          </p:cNvPr>
          <p:cNvSpPr>
            <a:spLocks noGrp="1"/>
          </p:cNvSpPr>
          <p:nvPr>
            <p:ph type="dt" sz="half" idx="10"/>
          </p:nvPr>
        </p:nvSpPr>
        <p:spPr/>
        <p:txBody>
          <a:bodyPr/>
          <a:lstStyle/>
          <a:p>
            <a:fld id="{D67822D8-7413-4238-9B93-E2A6FFFDFBCE}" type="datetimeFigureOut">
              <a:rPr lang="en-IN" smtClean="0"/>
              <a:t>05-12-2025</a:t>
            </a:fld>
            <a:endParaRPr lang="en-IN"/>
          </a:p>
        </p:txBody>
      </p:sp>
      <p:sp>
        <p:nvSpPr>
          <p:cNvPr id="5" name="Footer Placeholder 4">
            <a:extLst>
              <a:ext uri="{FF2B5EF4-FFF2-40B4-BE49-F238E27FC236}">
                <a16:creationId xmlns:a16="http://schemas.microsoft.com/office/drawing/2014/main" id="{3EC7E48D-AB27-9568-BE37-B9E8D92C202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EBE2B62-E01D-9A3D-825B-1371EEE34829}"/>
              </a:ext>
            </a:extLst>
          </p:cNvPr>
          <p:cNvSpPr>
            <a:spLocks noGrp="1"/>
          </p:cNvSpPr>
          <p:nvPr>
            <p:ph type="sldNum" sz="quarter" idx="12"/>
          </p:nvPr>
        </p:nvSpPr>
        <p:spPr/>
        <p:txBody>
          <a:bodyPr/>
          <a:lstStyle/>
          <a:p>
            <a:fld id="{CE686B38-2433-4491-9A22-03472B26293F}" type="slidenum">
              <a:rPr lang="en-IN" smtClean="0"/>
              <a:t>‹#›</a:t>
            </a:fld>
            <a:endParaRPr lang="en-IN"/>
          </a:p>
        </p:txBody>
      </p:sp>
    </p:spTree>
    <p:extLst>
      <p:ext uri="{BB962C8B-B14F-4D97-AF65-F5344CB8AC3E}">
        <p14:creationId xmlns:p14="http://schemas.microsoft.com/office/powerpoint/2010/main" val="19113492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0EAC718-F3C6-30AC-F566-F59EB5690CD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1DCCDF2-E34F-4EF1-0CE1-31EEA7B418D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978D1CE-24CB-1292-B36E-3C1692888052}"/>
              </a:ext>
            </a:extLst>
          </p:cNvPr>
          <p:cNvSpPr>
            <a:spLocks noGrp="1"/>
          </p:cNvSpPr>
          <p:nvPr>
            <p:ph type="dt" sz="half" idx="10"/>
          </p:nvPr>
        </p:nvSpPr>
        <p:spPr/>
        <p:txBody>
          <a:bodyPr/>
          <a:lstStyle/>
          <a:p>
            <a:fld id="{D67822D8-7413-4238-9B93-E2A6FFFDFBCE}" type="datetimeFigureOut">
              <a:rPr lang="en-IN" smtClean="0"/>
              <a:t>05-12-2025</a:t>
            </a:fld>
            <a:endParaRPr lang="en-IN"/>
          </a:p>
        </p:txBody>
      </p:sp>
      <p:sp>
        <p:nvSpPr>
          <p:cNvPr id="5" name="Footer Placeholder 4">
            <a:extLst>
              <a:ext uri="{FF2B5EF4-FFF2-40B4-BE49-F238E27FC236}">
                <a16:creationId xmlns:a16="http://schemas.microsoft.com/office/drawing/2014/main" id="{F7CCDBF0-77BE-A2A4-E0E8-DE71FBCC864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FB717F0-8B89-EF9F-5894-4712758F4BC6}"/>
              </a:ext>
            </a:extLst>
          </p:cNvPr>
          <p:cNvSpPr>
            <a:spLocks noGrp="1"/>
          </p:cNvSpPr>
          <p:nvPr>
            <p:ph type="sldNum" sz="quarter" idx="12"/>
          </p:nvPr>
        </p:nvSpPr>
        <p:spPr/>
        <p:txBody>
          <a:bodyPr/>
          <a:lstStyle/>
          <a:p>
            <a:fld id="{CE686B38-2433-4491-9A22-03472B26293F}" type="slidenum">
              <a:rPr lang="en-IN" smtClean="0"/>
              <a:t>‹#›</a:t>
            </a:fld>
            <a:endParaRPr lang="en-IN"/>
          </a:p>
        </p:txBody>
      </p:sp>
    </p:spTree>
    <p:extLst>
      <p:ext uri="{BB962C8B-B14F-4D97-AF65-F5344CB8AC3E}">
        <p14:creationId xmlns:p14="http://schemas.microsoft.com/office/powerpoint/2010/main" val="33292585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97E0F4A-E68A-6391-2A48-26C942E20B0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10290FC-B606-855D-968C-B7B721578A5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871A0C7-016C-0295-7A08-9689BA252A8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7822D8-7413-4238-9B93-E2A6FFFDFBCE}" type="datetimeFigureOut">
              <a:rPr lang="en-IN" smtClean="0"/>
              <a:t>05-12-2025</a:t>
            </a:fld>
            <a:endParaRPr lang="en-IN"/>
          </a:p>
        </p:txBody>
      </p:sp>
      <p:sp>
        <p:nvSpPr>
          <p:cNvPr id="5" name="Footer Placeholder 4">
            <a:extLst>
              <a:ext uri="{FF2B5EF4-FFF2-40B4-BE49-F238E27FC236}">
                <a16:creationId xmlns:a16="http://schemas.microsoft.com/office/drawing/2014/main" id="{2D9D87CF-E267-3213-70A4-D36769D1DE3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E1EF7A8-F4D3-31F1-7274-670495F06CF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E686B38-2433-4491-9A22-03472B26293F}" type="slidenum">
              <a:rPr lang="en-IN" smtClean="0"/>
              <a:t>‹#›</a:t>
            </a:fld>
            <a:endParaRPr lang="en-IN"/>
          </a:p>
        </p:txBody>
      </p:sp>
    </p:spTree>
    <p:extLst>
      <p:ext uri="{BB962C8B-B14F-4D97-AF65-F5344CB8AC3E}">
        <p14:creationId xmlns:p14="http://schemas.microsoft.com/office/powerpoint/2010/main" val="22080032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customXml" Target="../ink/ink4.xml"/><Relationship Id="rId3" Type="http://schemas.openxmlformats.org/officeDocument/2006/relationships/customXml" Target="../ink/ink1.xml"/><Relationship Id="rId7" Type="http://schemas.openxmlformats.org/officeDocument/2006/relationships/customXml" Target="../ink/ink3.xm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customXml" Target="../ink/ink2.xml"/><Relationship Id="rId11" Type="http://schemas.openxmlformats.org/officeDocument/2006/relationships/image" Target="../media/image2.png"/><Relationship Id="rId5" Type="http://schemas.openxmlformats.org/officeDocument/2006/relationships/image" Target="../media/image3.png"/><Relationship Id="rId10" Type="http://schemas.openxmlformats.org/officeDocument/2006/relationships/customXml" Target="../ink/ink6.xml"/><Relationship Id="rId9" Type="http://schemas.openxmlformats.org/officeDocument/2006/relationships/customXml" Target="../ink/ink5.xml"/></Relationships>
</file>

<file path=ppt/slides/_rels/slide2.xml.rels><?xml version="1.0" encoding="UTF-8" standalone="yes"?>
<Relationships xmlns="http://schemas.openxmlformats.org/package/2006/relationships"><Relationship Id="rId8" Type="http://schemas.openxmlformats.org/officeDocument/2006/relationships/customXml" Target="../ink/ink10.xml"/><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customXml" Target="../ink/ink7.xml"/><Relationship Id="rId1" Type="http://schemas.openxmlformats.org/officeDocument/2006/relationships/slideLayout" Target="../slideLayouts/slideLayout7.xml"/><Relationship Id="rId6" Type="http://schemas.openxmlformats.org/officeDocument/2006/relationships/customXml" Target="../ink/ink9.xml"/><Relationship Id="rId11" Type="http://schemas.openxmlformats.org/officeDocument/2006/relationships/image" Target="../media/image7.png"/><Relationship Id="rId5" Type="http://schemas.openxmlformats.org/officeDocument/2006/relationships/image" Target="../media/image5.png"/><Relationship Id="rId10" Type="http://schemas.openxmlformats.org/officeDocument/2006/relationships/customXml" Target="../ink/ink11.xml"/><Relationship Id="rId4" Type="http://schemas.openxmlformats.org/officeDocument/2006/relationships/customXml" Target="../ink/ink8.xml"/><Relationship Id="rId9"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svg"/><Relationship Id="rId7" Type="http://schemas.openxmlformats.org/officeDocument/2006/relationships/image" Target="../media/image14.sv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sv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svg"/></Relationships>
</file>

<file path=ppt/slides/_rels/slide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6.xml.rels><?xml version="1.0" encoding="UTF-8" standalone="yes"?>
<Relationships xmlns="http://schemas.openxmlformats.org/package/2006/relationships"><Relationship Id="rId13" Type="http://schemas.openxmlformats.org/officeDocument/2006/relationships/customXml" Target="../ink/ink13.xml"/><Relationship Id="rId18" Type="http://schemas.openxmlformats.org/officeDocument/2006/relationships/image" Target="../media/image2.png"/><Relationship Id="rId3" Type="http://schemas.openxmlformats.org/officeDocument/2006/relationships/image" Target="../media/image22.png"/><Relationship Id="rId12" Type="http://schemas.openxmlformats.org/officeDocument/2006/relationships/image" Target="../media/image3.png"/><Relationship Id="rId17" Type="http://schemas.openxmlformats.org/officeDocument/2006/relationships/customXml" Target="../ink/ink14.xml"/><Relationship Id="rId2" Type="http://schemas.openxmlformats.org/officeDocument/2006/relationships/image" Target="../media/image21.png"/><Relationship Id="rId16" Type="http://schemas.openxmlformats.org/officeDocument/2006/relationships/image" Target="../media/image30.png"/><Relationship Id="rId20" Type="http://schemas.openxmlformats.org/officeDocument/2006/relationships/image" Target="../media/image25.png"/><Relationship Id="rId1" Type="http://schemas.openxmlformats.org/officeDocument/2006/relationships/slideLayout" Target="../slideLayouts/slideLayout7.xml"/><Relationship Id="rId5" Type="http://schemas.openxmlformats.org/officeDocument/2006/relationships/customXml" Target="../ink/ink12.xml"/><Relationship Id="rId19" Type="http://schemas.openxmlformats.org/officeDocument/2006/relationships/image" Target="../media/image24.png"/><Relationship Id="rId4" Type="http://schemas.openxmlformats.org/officeDocument/2006/relationships/image" Target="../media/image23.png"/></Relationships>
</file>

<file path=ppt/slides/_rels/slide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39FB26B8-FA05-AB4B-B3B1-D23A8CD3555E}"/>
              </a:ext>
            </a:extLst>
          </p:cNvPr>
          <p:cNvPicPr>
            <a:picLocks noChangeAspect="1"/>
          </p:cNvPicPr>
          <p:nvPr/>
        </p:nvPicPr>
        <p:blipFill>
          <a:blip r:embed="rId2"/>
          <a:stretch>
            <a:fillRect/>
          </a:stretch>
        </p:blipFill>
        <p:spPr>
          <a:xfrm>
            <a:off x="8022210" y="0"/>
            <a:ext cx="5486400" cy="6858000"/>
          </a:xfrm>
          <a:prstGeom prst="rect">
            <a:avLst/>
          </a:prstGeom>
        </p:spPr>
      </p:pic>
      <p:sp>
        <p:nvSpPr>
          <p:cNvPr id="3" name="Text 0">
            <a:extLst>
              <a:ext uri="{FF2B5EF4-FFF2-40B4-BE49-F238E27FC236}">
                <a16:creationId xmlns:a16="http://schemas.microsoft.com/office/drawing/2014/main" id="{A7CD9B84-88C3-3EE9-3E4E-4580C154C6F7}"/>
              </a:ext>
            </a:extLst>
          </p:cNvPr>
          <p:cNvSpPr/>
          <p:nvPr/>
        </p:nvSpPr>
        <p:spPr>
          <a:xfrm>
            <a:off x="793790" y="2691527"/>
            <a:ext cx="7556421" cy="1417558"/>
          </a:xfrm>
          <a:prstGeom prst="rect">
            <a:avLst/>
          </a:prstGeom>
          <a:noFill/>
          <a:ln/>
        </p:spPr>
        <p:txBody>
          <a:bodyPr wrap="square" lIns="0" tIns="0" rIns="0" bIns="0" rtlCol="0" anchor="t"/>
          <a:lstStyle/>
          <a:p>
            <a:pPr>
              <a:lnSpc>
                <a:spcPts val="5550"/>
              </a:lnSpc>
            </a:pPr>
            <a:r>
              <a:rPr lang="en-IN" sz="48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ScreenSense:Kids</a:t>
            </a:r>
            <a:r>
              <a:rPr lang="en-IN" sz="4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Screentime Visualization</a:t>
            </a:r>
            <a:endParaRPr lang="en-US" sz="445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4" name="Text 1">
            <a:extLst>
              <a:ext uri="{FF2B5EF4-FFF2-40B4-BE49-F238E27FC236}">
                <a16:creationId xmlns:a16="http://schemas.microsoft.com/office/drawing/2014/main" id="{2EBF411B-2230-B0E1-B6A3-E40A2C960594}"/>
              </a:ext>
            </a:extLst>
          </p:cNvPr>
          <p:cNvSpPr/>
          <p:nvPr/>
        </p:nvSpPr>
        <p:spPr>
          <a:xfrm>
            <a:off x="594745" y="5711904"/>
            <a:ext cx="7556421" cy="1088708"/>
          </a:xfrm>
          <a:prstGeom prst="rect">
            <a:avLst/>
          </a:prstGeom>
          <a:noFill/>
          <a:ln/>
        </p:spPr>
        <p:txBody>
          <a:bodyPr wrap="square" lIns="0" tIns="0" rIns="0" bIns="0" rtlCol="0" anchor="t"/>
          <a:lstStyle/>
          <a:p>
            <a:pPr marL="0" indent="0" algn="l">
              <a:lnSpc>
                <a:spcPts val="2850"/>
              </a:lnSpc>
              <a:buNone/>
            </a:pPr>
            <a:r>
              <a:rPr lang="en-US" sz="1750" dirty="0">
                <a:latin typeface="Times New Roman" panose="02020603050405020304" pitchFamily="18" charset="0"/>
                <a:cs typeface="Times New Roman" panose="02020603050405020304" pitchFamily="18" charset="0"/>
              </a:rPr>
              <a:t>By :Saurav Agrawal</a:t>
            </a:r>
          </a:p>
        </p:txBody>
      </p:sp>
      <p:grpSp>
        <p:nvGrpSpPr>
          <p:cNvPr id="5" name="Group 4">
            <a:extLst>
              <a:ext uri="{FF2B5EF4-FFF2-40B4-BE49-F238E27FC236}">
                <a16:creationId xmlns:a16="http://schemas.microsoft.com/office/drawing/2014/main" id="{E3D8BC49-97AF-F0C8-A2DB-7135669B029B}"/>
              </a:ext>
            </a:extLst>
          </p:cNvPr>
          <p:cNvGrpSpPr/>
          <p:nvPr/>
        </p:nvGrpSpPr>
        <p:grpSpPr>
          <a:xfrm>
            <a:off x="1731875" y="3388151"/>
            <a:ext cx="360" cy="360"/>
            <a:chOff x="1731875" y="3388151"/>
            <a:chExt cx="360" cy="360"/>
          </a:xfrm>
        </p:grpSpPr>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321D30E1-72DE-4863-D54E-C1F5FA68D7EB}"/>
                    </a:ext>
                  </a:extLst>
                </p14:cNvPr>
                <p14:cNvContentPartPr/>
                <p14:nvPr/>
              </p14:nvContentPartPr>
              <p14:xfrm>
                <a:off x="1731875" y="3388151"/>
                <a:ext cx="360" cy="360"/>
              </p14:xfrm>
            </p:contentPart>
          </mc:Choice>
          <mc:Fallback xmlns="">
            <p:pic>
              <p:nvPicPr>
                <p:cNvPr id="5" name="Ink 4">
                  <a:extLst>
                    <a:ext uri="{FF2B5EF4-FFF2-40B4-BE49-F238E27FC236}">
                      <a16:creationId xmlns:a16="http://schemas.microsoft.com/office/drawing/2014/main" id="{94F5AD7F-362C-8A77-CED2-3DEDD2534C78}"/>
                    </a:ext>
                  </a:extLst>
                </p:cNvPr>
                <p:cNvPicPr/>
                <p:nvPr/>
              </p:nvPicPr>
              <p:blipFill>
                <a:blip r:embed="rId5"/>
                <a:stretch>
                  <a:fillRect/>
                </a:stretch>
              </p:blipFill>
              <p:spPr>
                <a:xfrm>
                  <a:off x="1668875" y="3325511"/>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FDC2B3B2-5E19-FED1-ACFD-7B2A84C3FF28}"/>
                    </a:ext>
                  </a:extLst>
                </p14:cNvPr>
                <p14:cNvContentPartPr/>
                <p14:nvPr/>
              </p14:nvContentPartPr>
              <p14:xfrm>
                <a:off x="1731875" y="3388151"/>
                <a:ext cx="360" cy="360"/>
              </p14:xfrm>
            </p:contentPart>
          </mc:Choice>
          <mc:Fallback xmlns="">
            <p:pic>
              <p:nvPicPr>
                <p:cNvPr id="6" name="Ink 5">
                  <a:extLst>
                    <a:ext uri="{FF2B5EF4-FFF2-40B4-BE49-F238E27FC236}">
                      <a16:creationId xmlns:a16="http://schemas.microsoft.com/office/drawing/2014/main" id="{74D80D30-7399-9F8D-49C2-566D4E616EB8}"/>
                    </a:ext>
                  </a:extLst>
                </p:cNvPr>
                <p:cNvPicPr/>
                <p:nvPr/>
              </p:nvPicPr>
              <p:blipFill>
                <a:blip r:embed="rId5"/>
                <a:stretch>
                  <a:fillRect/>
                </a:stretch>
              </p:blipFill>
              <p:spPr>
                <a:xfrm>
                  <a:off x="1668875" y="3325511"/>
                  <a:ext cx="126000" cy="126000"/>
                </a:xfrm>
                <a:prstGeom prst="rect">
                  <a:avLst/>
                </a:prstGeom>
              </p:spPr>
            </p:pic>
          </mc:Fallback>
        </mc:AlternateContent>
      </p:grpSp>
      <p:grpSp>
        <p:nvGrpSpPr>
          <p:cNvPr id="8" name="Group 7">
            <a:extLst>
              <a:ext uri="{FF2B5EF4-FFF2-40B4-BE49-F238E27FC236}">
                <a16:creationId xmlns:a16="http://schemas.microsoft.com/office/drawing/2014/main" id="{D2052450-91F7-D822-923B-34C54B8BC06B}"/>
              </a:ext>
            </a:extLst>
          </p:cNvPr>
          <p:cNvGrpSpPr/>
          <p:nvPr/>
        </p:nvGrpSpPr>
        <p:grpSpPr>
          <a:xfrm>
            <a:off x="3216155" y="3345671"/>
            <a:ext cx="360" cy="360"/>
            <a:chOff x="3216155" y="3345671"/>
            <a:chExt cx="360" cy="360"/>
          </a:xfrm>
        </p:grpSpPr>
        <mc:AlternateContent xmlns:mc="http://schemas.openxmlformats.org/markup-compatibility/2006" xmlns:p14="http://schemas.microsoft.com/office/powerpoint/2010/main">
          <mc:Choice Requires="p14">
            <p:contentPart p14:bwMode="auto" r:id="rId7">
              <p14:nvContentPartPr>
                <p14:cNvPr id="9" name="Ink 8">
                  <a:extLst>
                    <a:ext uri="{FF2B5EF4-FFF2-40B4-BE49-F238E27FC236}">
                      <a16:creationId xmlns:a16="http://schemas.microsoft.com/office/drawing/2014/main" id="{44E67DAD-9829-F218-920E-CF317A2D477D}"/>
                    </a:ext>
                  </a:extLst>
                </p14:cNvPr>
                <p14:cNvContentPartPr/>
                <p14:nvPr/>
              </p14:nvContentPartPr>
              <p14:xfrm>
                <a:off x="3216155" y="3345671"/>
                <a:ext cx="360" cy="360"/>
              </p14:xfrm>
            </p:contentPart>
          </mc:Choice>
          <mc:Fallback xmlns="">
            <p:pic>
              <p:nvPicPr>
                <p:cNvPr id="8" name="Ink 7">
                  <a:extLst>
                    <a:ext uri="{FF2B5EF4-FFF2-40B4-BE49-F238E27FC236}">
                      <a16:creationId xmlns:a16="http://schemas.microsoft.com/office/drawing/2014/main" id="{C959380F-4B93-D939-6052-B77F8BF61DB1}"/>
                    </a:ext>
                  </a:extLst>
                </p:cNvPr>
                <p:cNvPicPr/>
                <p:nvPr/>
              </p:nvPicPr>
              <p:blipFill>
                <a:blip r:embed="rId5"/>
                <a:stretch>
                  <a:fillRect/>
                </a:stretch>
              </p:blipFill>
              <p:spPr>
                <a:xfrm>
                  <a:off x="3153515" y="3282671"/>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Ink 9">
                  <a:extLst>
                    <a:ext uri="{FF2B5EF4-FFF2-40B4-BE49-F238E27FC236}">
                      <a16:creationId xmlns:a16="http://schemas.microsoft.com/office/drawing/2014/main" id="{22FCE7E5-DED0-AA47-E829-86FFEDA15048}"/>
                    </a:ext>
                  </a:extLst>
                </p14:cNvPr>
                <p14:cNvContentPartPr/>
                <p14:nvPr/>
              </p14:nvContentPartPr>
              <p14:xfrm>
                <a:off x="3216155" y="3345671"/>
                <a:ext cx="360" cy="360"/>
              </p14:xfrm>
            </p:contentPart>
          </mc:Choice>
          <mc:Fallback xmlns="">
            <p:pic>
              <p:nvPicPr>
                <p:cNvPr id="9" name="Ink 8">
                  <a:extLst>
                    <a:ext uri="{FF2B5EF4-FFF2-40B4-BE49-F238E27FC236}">
                      <a16:creationId xmlns:a16="http://schemas.microsoft.com/office/drawing/2014/main" id="{66BC7C2B-1678-EADB-802C-09FF8865A03B}"/>
                    </a:ext>
                  </a:extLst>
                </p:cNvPr>
                <p:cNvPicPr/>
                <p:nvPr/>
              </p:nvPicPr>
              <p:blipFill>
                <a:blip r:embed="rId5"/>
                <a:stretch>
                  <a:fillRect/>
                </a:stretch>
              </p:blipFill>
              <p:spPr>
                <a:xfrm>
                  <a:off x="3153515" y="3282671"/>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1" name="Ink 10">
                  <a:extLst>
                    <a:ext uri="{FF2B5EF4-FFF2-40B4-BE49-F238E27FC236}">
                      <a16:creationId xmlns:a16="http://schemas.microsoft.com/office/drawing/2014/main" id="{E84BA4EF-6CF7-9399-C7F7-801883DB22EE}"/>
                    </a:ext>
                  </a:extLst>
                </p14:cNvPr>
                <p14:cNvContentPartPr/>
                <p14:nvPr/>
              </p14:nvContentPartPr>
              <p14:xfrm>
                <a:off x="3216155" y="3345671"/>
                <a:ext cx="360" cy="360"/>
              </p14:xfrm>
            </p:contentPart>
          </mc:Choice>
          <mc:Fallback xmlns="">
            <p:pic>
              <p:nvPicPr>
                <p:cNvPr id="10" name="Ink 9">
                  <a:extLst>
                    <a:ext uri="{FF2B5EF4-FFF2-40B4-BE49-F238E27FC236}">
                      <a16:creationId xmlns:a16="http://schemas.microsoft.com/office/drawing/2014/main" id="{F4C5E399-AB87-18A2-B15A-9495EB619B3E}"/>
                    </a:ext>
                  </a:extLst>
                </p:cNvPr>
                <p:cNvPicPr/>
                <p:nvPr/>
              </p:nvPicPr>
              <p:blipFill>
                <a:blip r:embed="rId5"/>
                <a:stretch>
                  <a:fillRect/>
                </a:stretch>
              </p:blipFill>
              <p:spPr>
                <a:xfrm>
                  <a:off x="3153515" y="3282671"/>
                  <a:ext cx="126000" cy="1260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0">
            <p14:nvContentPartPr>
              <p14:cNvPr id="12" name="Ink 11">
                <a:extLst>
                  <a:ext uri="{FF2B5EF4-FFF2-40B4-BE49-F238E27FC236}">
                    <a16:creationId xmlns:a16="http://schemas.microsoft.com/office/drawing/2014/main" id="{BD5E0D5E-77F5-327E-2A37-5180271AE417}"/>
                  </a:ext>
                </a:extLst>
              </p14:cNvPr>
              <p14:cNvContentPartPr/>
              <p14:nvPr/>
            </p14:nvContentPartPr>
            <p14:xfrm>
              <a:off x="2667875" y="3345671"/>
              <a:ext cx="360" cy="360"/>
            </p14:xfrm>
          </p:contentPart>
        </mc:Choice>
        <mc:Fallback>
          <p:pic>
            <p:nvPicPr>
              <p:cNvPr id="12" name="Ink 11">
                <a:extLst>
                  <a:ext uri="{FF2B5EF4-FFF2-40B4-BE49-F238E27FC236}">
                    <a16:creationId xmlns:a16="http://schemas.microsoft.com/office/drawing/2014/main" id="{BD5E0D5E-77F5-327E-2A37-5180271AE417}"/>
                  </a:ext>
                </a:extLst>
              </p:cNvPr>
              <p:cNvPicPr/>
              <p:nvPr/>
            </p:nvPicPr>
            <p:blipFill>
              <a:blip r:embed="rId11"/>
              <a:stretch>
                <a:fillRect/>
              </a:stretch>
            </p:blipFill>
            <p:spPr>
              <a:xfrm>
                <a:off x="2604875" y="3282671"/>
                <a:ext cx="126000" cy="126000"/>
              </a:xfrm>
              <a:prstGeom prst="rect">
                <a:avLst/>
              </a:prstGeom>
            </p:spPr>
          </p:pic>
        </mc:Fallback>
      </mc:AlternateContent>
    </p:spTree>
    <p:extLst>
      <p:ext uri="{BB962C8B-B14F-4D97-AF65-F5344CB8AC3E}">
        <p14:creationId xmlns:p14="http://schemas.microsoft.com/office/powerpoint/2010/main" val="35921794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0AB6A547-2197-5D03-5532-8EC1BACA3609}"/>
              </a:ext>
            </a:extLst>
          </p:cNvPr>
          <p:cNvGrpSpPr/>
          <p:nvPr/>
        </p:nvGrpSpPr>
        <p:grpSpPr>
          <a:xfrm>
            <a:off x="182880" y="0"/>
            <a:ext cx="11871961" cy="6720840"/>
            <a:chOff x="793790" y="1014055"/>
            <a:chExt cx="13740405" cy="7054816"/>
          </a:xfrm>
        </p:grpSpPr>
        <p:sp>
          <p:nvSpPr>
            <p:cNvPr id="3" name="Text 0">
              <a:extLst>
                <a:ext uri="{FF2B5EF4-FFF2-40B4-BE49-F238E27FC236}">
                  <a16:creationId xmlns:a16="http://schemas.microsoft.com/office/drawing/2014/main" id="{15D75936-FAB5-F64D-8CBF-15258011FE5F}"/>
                </a:ext>
              </a:extLst>
            </p:cNvPr>
            <p:cNvSpPr/>
            <p:nvPr/>
          </p:nvSpPr>
          <p:spPr>
            <a:xfrm>
              <a:off x="793790" y="1014055"/>
              <a:ext cx="8442127"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Times New Roman" panose="02020603050405020304" pitchFamily="18" charset="0"/>
                  <a:ea typeface="Inter Bold" pitchFamily="34" charset="-122"/>
                  <a:cs typeface="Times New Roman" panose="02020603050405020304" pitchFamily="18" charset="0"/>
                </a:rPr>
                <a:t>Project Overview and Timeline</a:t>
              </a:r>
              <a:endParaRPr lang="en-US" sz="4450" dirty="0">
                <a:latin typeface="Times New Roman" panose="02020603050405020304" pitchFamily="18" charset="0"/>
                <a:cs typeface="Times New Roman" panose="02020603050405020304" pitchFamily="18" charset="0"/>
              </a:endParaRPr>
            </a:p>
          </p:txBody>
        </p:sp>
        <p:sp>
          <p:nvSpPr>
            <p:cNvPr id="4" name="Text 1">
              <a:extLst>
                <a:ext uri="{FF2B5EF4-FFF2-40B4-BE49-F238E27FC236}">
                  <a16:creationId xmlns:a16="http://schemas.microsoft.com/office/drawing/2014/main" id="{905872B1-7F92-187E-497A-616850302134}"/>
                </a:ext>
              </a:extLst>
            </p:cNvPr>
            <p:cNvSpPr/>
            <p:nvPr/>
          </p:nvSpPr>
          <p:spPr>
            <a:xfrm>
              <a:off x="793790" y="2176463"/>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Times New Roman" panose="02020603050405020304" pitchFamily="18" charset="0"/>
                  <a:ea typeface="Inter" pitchFamily="34" charset="-122"/>
                  <a:cs typeface="Times New Roman" panose="02020603050405020304" pitchFamily="18" charset="0"/>
                </a:rPr>
                <a:t>This implementation plan breaks down our analytics initiative into four key milestones, each building upon the previous phase to ensure comprehensive data understanding and insight generation.</a:t>
              </a:r>
              <a:endParaRPr lang="en-US" sz="1750" dirty="0">
                <a:latin typeface="Times New Roman" panose="02020603050405020304" pitchFamily="18" charset="0"/>
                <a:cs typeface="Times New Roman" panose="02020603050405020304" pitchFamily="18" charset="0"/>
              </a:endParaRPr>
            </a:p>
          </p:txBody>
        </p:sp>
        <p:sp>
          <p:nvSpPr>
            <p:cNvPr id="5" name="Text 2">
              <a:extLst>
                <a:ext uri="{FF2B5EF4-FFF2-40B4-BE49-F238E27FC236}">
                  <a16:creationId xmlns:a16="http://schemas.microsoft.com/office/drawing/2014/main" id="{0EAB4FCA-B55E-5EF5-3128-84D891CE9B60}"/>
                </a:ext>
              </a:extLst>
            </p:cNvPr>
            <p:cNvSpPr/>
            <p:nvPr/>
          </p:nvSpPr>
          <p:spPr>
            <a:xfrm>
              <a:off x="793790" y="3157418"/>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Times New Roman" panose="02020603050405020304" pitchFamily="18" charset="0"/>
                  <a:ea typeface="Inter Light" pitchFamily="34" charset="-122"/>
                  <a:cs typeface="Times New Roman" panose="02020603050405020304" pitchFamily="18" charset="0"/>
                </a:rPr>
                <a:t>01</a:t>
              </a:r>
              <a:endParaRPr lang="en-US" sz="1750" dirty="0">
                <a:latin typeface="Times New Roman" panose="02020603050405020304" pitchFamily="18" charset="0"/>
                <a:cs typeface="Times New Roman" panose="02020603050405020304" pitchFamily="18" charset="0"/>
              </a:endParaRPr>
            </a:p>
          </p:txBody>
        </p:sp>
        <p:sp>
          <p:nvSpPr>
            <p:cNvPr id="6" name="Shape 3">
              <a:extLst>
                <a:ext uri="{FF2B5EF4-FFF2-40B4-BE49-F238E27FC236}">
                  <a16:creationId xmlns:a16="http://schemas.microsoft.com/office/drawing/2014/main" id="{CA1E9B63-3110-5949-AF17-B2265A234029}"/>
                </a:ext>
              </a:extLst>
            </p:cNvPr>
            <p:cNvSpPr/>
            <p:nvPr/>
          </p:nvSpPr>
          <p:spPr>
            <a:xfrm>
              <a:off x="793790" y="3512463"/>
              <a:ext cx="6407944" cy="30480"/>
            </a:xfrm>
            <a:prstGeom prst="rect">
              <a:avLst/>
            </a:prstGeom>
            <a:solidFill>
              <a:srgbClr val="4950BC"/>
            </a:solidFill>
            <a:ln/>
          </p:spPr>
        </p:sp>
        <p:sp>
          <p:nvSpPr>
            <p:cNvPr id="7" name="Text 4">
              <a:extLst>
                <a:ext uri="{FF2B5EF4-FFF2-40B4-BE49-F238E27FC236}">
                  <a16:creationId xmlns:a16="http://schemas.microsoft.com/office/drawing/2014/main" id="{053AB7F0-19B9-E98E-E8F7-84B7124CB32E}"/>
                </a:ext>
              </a:extLst>
            </p:cNvPr>
            <p:cNvSpPr/>
            <p:nvPr/>
          </p:nvSpPr>
          <p:spPr>
            <a:xfrm>
              <a:off x="793790" y="3686770"/>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Times New Roman" panose="02020603050405020304" pitchFamily="18" charset="0"/>
                  <a:ea typeface="Inter Bold" pitchFamily="34" charset="-122"/>
                  <a:cs typeface="Times New Roman" panose="02020603050405020304" pitchFamily="18" charset="0"/>
                </a:rPr>
                <a:t>Data Foundation</a:t>
              </a:r>
              <a:endParaRPr lang="en-US" sz="2200" dirty="0">
                <a:latin typeface="Times New Roman" panose="02020603050405020304" pitchFamily="18" charset="0"/>
                <a:cs typeface="Times New Roman" panose="02020603050405020304" pitchFamily="18" charset="0"/>
              </a:endParaRPr>
            </a:p>
          </p:txBody>
        </p:sp>
        <p:sp>
          <p:nvSpPr>
            <p:cNvPr id="8" name="Text 5">
              <a:extLst>
                <a:ext uri="{FF2B5EF4-FFF2-40B4-BE49-F238E27FC236}">
                  <a16:creationId xmlns:a16="http://schemas.microsoft.com/office/drawing/2014/main" id="{7867AC67-B154-1A31-99DB-D9A192130F1D}"/>
                </a:ext>
              </a:extLst>
            </p:cNvPr>
            <p:cNvSpPr/>
            <p:nvPr/>
          </p:nvSpPr>
          <p:spPr>
            <a:xfrm>
              <a:off x="793790" y="4177189"/>
              <a:ext cx="6407944"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Times New Roman" panose="02020603050405020304" pitchFamily="18" charset="0"/>
                  <a:ea typeface="Inter" pitchFamily="34" charset="-122"/>
                  <a:cs typeface="Times New Roman" panose="02020603050405020304" pitchFamily="18" charset="0"/>
                </a:rPr>
                <a:t>Weeks 1-2: Establish clean, structured datasets with engineered features ready for analysis</a:t>
              </a:r>
              <a:endParaRPr lang="en-US" sz="1750" dirty="0">
                <a:latin typeface="Times New Roman" panose="02020603050405020304" pitchFamily="18" charset="0"/>
                <a:cs typeface="Times New Roman" panose="02020603050405020304" pitchFamily="18" charset="0"/>
              </a:endParaRPr>
            </a:p>
          </p:txBody>
        </p:sp>
        <p:sp>
          <p:nvSpPr>
            <p:cNvPr id="9" name="Text 6">
              <a:extLst>
                <a:ext uri="{FF2B5EF4-FFF2-40B4-BE49-F238E27FC236}">
                  <a16:creationId xmlns:a16="http://schemas.microsoft.com/office/drawing/2014/main" id="{B193AEB5-B231-BC61-A8F1-868C06D4B83C}"/>
                </a:ext>
              </a:extLst>
            </p:cNvPr>
            <p:cNvSpPr/>
            <p:nvPr/>
          </p:nvSpPr>
          <p:spPr>
            <a:xfrm>
              <a:off x="7428548" y="3157418"/>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Times New Roman" panose="02020603050405020304" pitchFamily="18" charset="0"/>
                  <a:ea typeface="Inter Light" pitchFamily="34" charset="-122"/>
                  <a:cs typeface="Times New Roman" panose="02020603050405020304" pitchFamily="18" charset="0"/>
                </a:rPr>
                <a:t>02</a:t>
              </a:r>
              <a:endParaRPr lang="en-US" sz="1750" dirty="0">
                <a:latin typeface="Times New Roman" panose="02020603050405020304" pitchFamily="18" charset="0"/>
                <a:cs typeface="Times New Roman" panose="02020603050405020304" pitchFamily="18" charset="0"/>
              </a:endParaRPr>
            </a:p>
          </p:txBody>
        </p:sp>
        <p:sp>
          <p:nvSpPr>
            <p:cNvPr id="10" name="Shape 7">
              <a:extLst>
                <a:ext uri="{FF2B5EF4-FFF2-40B4-BE49-F238E27FC236}">
                  <a16:creationId xmlns:a16="http://schemas.microsoft.com/office/drawing/2014/main" id="{A3F4EA01-EFA3-0337-4EFF-AB151C0FDA07}"/>
                </a:ext>
              </a:extLst>
            </p:cNvPr>
            <p:cNvSpPr/>
            <p:nvPr/>
          </p:nvSpPr>
          <p:spPr>
            <a:xfrm>
              <a:off x="7428548" y="3512463"/>
              <a:ext cx="6408063" cy="30480"/>
            </a:xfrm>
            <a:prstGeom prst="rect">
              <a:avLst/>
            </a:prstGeom>
            <a:solidFill>
              <a:srgbClr val="4950BC"/>
            </a:solidFill>
            <a:ln/>
          </p:spPr>
        </p:sp>
        <p:sp>
          <p:nvSpPr>
            <p:cNvPr id="11" name="Text 8">
              <a:extLst>
                <a:ext uri="{FF2B5EF4-FFF2-40B4-BE49-F238E27FC236}">
                  <a16:creationId xmlns:a16="http://schemas.microsoft.com/office/drawing/2014/main" id="{56619B03-52B3-8E2B-BD5F-24B15BAB5D1F}"/>
                </a:ext>
              </a:extLst>
            </p:cNvPr>
            <p:cNvSpPr/>
            <p:nvPr/>
          </p:nvSpPr>
          <p:spPr>
            <a:xfrm>
              <a:off x="7428548" y="3686770"/>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Times New Roman" panose="02020603050405020304" pitchFamily="18" charset="0"/>
                  <a:ea typeface="Inter Bold" pitchFamily="34" charset="-122"/>
                  <a:cs typeface="Times New Roman" panose="02020603050405020304" pitchFamily="18" charset="0"/>
                </a:rPr>
                <a:t>Visual Exploration</a:t>
              </a:r>
              <a:endParaRPr lang="en-US" sz="2200" dirty="0">
                <a:latin typeface="Times New Roman" panose="02020603050405020304" pitchFamily="18" charset="0"/>
                <a:cs typeface="Times New Roman" panose="02020603050405020304" pitchFamily="18" charset="0"/>
              </a:endParaRPr>
            </a:p>
          </p:txBody>
        </p:sp>
        <p:sp>
          <p:nvSpPr>
            <p:cNvPr id="12" name="Text 9">
              <a:extLst>
                <a:ext uri="{FF2B5EF4-FFF2-40B4-BE49-F238E27FC236}">
                  <a16:creationId xmlns:a16="http://schemas.microsoft.com/office/drawing/2014/main" id="{EF908311-D356-CB7D-2B0A-34AFDECED253}"/>
                </a:ext>
              </a:extLst>
            </p:cNvPr>
            <p:cNvSpPr/>
            <p:nvPr/>
          </p:nvSpPr>
          <p:spPr>
            <a:xfrm>
              <a:off x="7428548" y="4177189"/>
              <a:ext cx="6408063"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Times New Roman" panose="02020603050405020304" pitchFamily="18" charset="0"/>
                  <a:ea typeface="Inter" pitchFamily="34" charset="-122"/>
                  <a:cs typeface="Times New Roman" panose="02020603050405020304" pitchFamily="18" charset="0"/>
                </a:rPr>
                <a:t>Weeks 3-4: Uncover patterns through comprehensive univariate and bivariate analysis</a:t>
              </a:r>
              <a:endParaRPr lang="en-US" sz="1750" dirty="0">
                <a:latin typeface="Times New Roman" panose="02020603050405020304" pitchFamily="18" charset="0"/>
                <a:cs typeface="Times New Roman" panose="02020603050405020304" pitchFamily="18" charset="0"/>
              </a:endParaRPr>
            </a:p>
          </p:txBody>
        </p:sp>
        <p:sp>
          <p:nvSpPr>
            <p:cNvPr id="13" name="Text 10">
              <a:extLst>
                <a:ext uri="{FF2B5EF4-FFF2-40B4-BE49-F238E27FC236}">
                  <a16:creationId xmlns:a16="http://schemas.microsoft.com/office/drawing/2014/main" id="{9B1DA5CC-7EEC-56BA-F1EE-7B957C5D04D7}"/>
                </a:ext>
              </a:extLst>
            </p:cNvPr>
            <p:cNvSpPr/>
            <p:nvPr/>
          </p:nvSpPr>
          <p:spPr>
            <a:xfrm>
              <a:off x="793790" y="5299829"/>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Times New Roman" panose="02020603050405020304" pitchFamily="18" charset="0"/>
                  <a:ea typeface="Inter Light" pitchFamily="34" charset="-122"/>
                  <a:cs typeface="Times New Roman" panose="02020603050405020304" pitchFamily="18" charset="0"/>
                </a:rPr>
                <a:t>03</a:t>
              </a:r>
              <a:endParaRPr lang="en-US" sz="1750" dirty="0">
                <a:latin typeface="Times New Roman" panose="02020603050405020304" pitchFamily="18" charset="0"/>
                <a:cs typeface="Times New Roman" panose="02020603050405020304" pitchFamily="18" charset="0"/>
              </a:endParaRPr>
            </a:p>
          </p:txBody>
        </p:sp>
        <p:sp>
          <p:nvSpPr>
            <p:cNvPr id="14" name="Shape 11">
              <a:extLst>
                <a:ext uri="{FF2B5EF4-FFF2-40B4-BE49-F238E27FC236}">
                  <a16:creationId xmlns:a16="http://schemas.microsoft.com/office/drawing/2014/main" id="{2F531D80-374A-172E-1AB5-6FCC9A09D182}"/>
                </a:ext>
              </a:extLst>
            </p:cNvPr>
            <p:cNvSpPr/>
            <p:nvPr/>
          </p:nvSpPr>
          <p:spPr>
            <a:xfrm>
              <a:off x="793790" y="5654873"/>
              <a:ext cx="6407944" cy="30480"/>
            </a:xfrm>
            <a:prstGeom prst="rect">
              <a:avLst/>
            </a:prstGeom>
            <a:solidFill>
              <a:srgbClr val="4950BC"/>
            </a:solidFill>
            <a:ln/>
          </p:spPr>
        </p:sp>
        <p:sp>
          <p:nvSpPr>
            <p:cNvPr id="15" name="Text 12">
              <a:extLst>
                <a:ext uri="{FF2B5EF4-FFF2-40B4-BE49-F238E27FC236}">
                  <a16:creationId xmlns:a16="http://schemas.microsoft.com/office/drawing/2014/main" id="{4FA7E725-D08D-5FBF-EA8C-B452806E9706}"/>
                </a:ext>
              </a:extLst>
            </p:cNvPr>
            <p:cNvSpPr/>
            <p:nvPr/>
          </p:nvSpPr>
          <p:spPr>
            <a:xfrm>
              <a:off x="793790" y="5829181"/>
              <a:ext cx="2935248"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Times New Roman" panose="02020603050405020304" pitchFamily="18" charset="0"/>
                  <a:ea typeface="Inter Bold" pitchFamily="34" charset="-122"/>
                  <a:cs typeface="Times New Roman" panose="02020603050405020304" pitchFamily="18" charset="0"/>
                </a:rPr>
                <a:t>Segment Deep-Dives</a:t>
              </a:r>
              <a:endParaRPr lang="en-US" sz="2200" dirty="0">
                <a:latin typeface="Times New Roman" panose="02020603050405020304" pitchFamily="18" charset="0"/>
                <a:cs typeface="Times New Roman" panose="02020603050405020304" pitchFamily="18" charset="0"/>
              </a:endParaRPr>
            </a:p>
          </p:txBody>
        </p:sp>
        <p:sp>
          <p:nvSpPr>
            <p:cNvPr id="16" name="Text 13">
              <a:extLst>
                <a:ext uri="{FF2B5EF4-FFF2-40B4-BE49-F238E27FC236}">
                  <a16:creationId xmlns:a16="http://schemas.microsoft.com/office/drawing/2014/main" id="{4A5229B4-8056-B5DD-DABD-67653DB70C26}"/>
                </a:ext>
              </a:extLst>
            </p:cNvPr>
            <p:cNvSpPr/>
            <p:nvPr/>
          </p:nvSpPr>
          <p:spPr>
            <a:xfrm>
              <a:off x="793790" y="6319599"/>
              <a:ext cx="6407944"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Times New Roman" panose="02020603050405020304" pitchFamily="18" charset="0"/>
                  <a:ea typeface="Inter" pitchFamily="34" charset="-122"/>
                  <a:cs typeface="Times New Roman" panose="02020603050405020304" pitchFamily="18" charset="0"/>
                </a:rPr>
                <a:t>Weeks 5-6: Identify key cohorts and behavioral patterns across demographics</a:t>
              </a:r>
              <a:endParaRPr lang="en-US" sz="1750" dirty="0">
                <a:latin typeface="Times New Roman" panose="02020603050405020304" pitchFamily="18" charset="0"/>
                <a:cs typeface="Times New Roman" panose="02020603050405020304" pitchFamily="18" charset="0"/>
              </a:endParaRPr>
            </a:p>
          </p:txBody>
        </p:sp>
        <p:sp>
          <p:nvSpPr>
            <p:cNvPr id="17" name="Text 14">
              <a:extLst>
                <a:ext uri="{FF2B5EF4-FFF2-40B4-BE49-F238E27FC236}">
                  <a16:creationId xmlns:a16="http://schemas.microsoft.com/office/drawing/2014/main" id="{3D01E030-2D40-3E14-F5F3-BF60C932C563}"/>
                </a:ext>
              </a:extLst>
            </p:cNvPr>
            <p:cNvSpPr/>
            <p:nvPr/>
          </p:nvSpPr>
          <p:spPr>
            <a:xfrm>
              <a:off x="7428548" y="5299829"/>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Times New Roman" panose="02020603050405020304" pitchFamily="18" charset="0"/>
                  <a:ea typeface="Inter Light" pitchFamily="34" charset="-122"/>
                  <a:cs typeface="Times New Roman" panose="02020603050405020304" pitchFamily="18" charset="0"/>
                </a:rPr>
                <a:t>04</a:t>
              </a:r>
              <a:endParaRPr lang="en-US" sz="1750" dirty="0">
                <a:latin typeface="Times New Roman" panose="02020603050405020304" pitchFamily="18" charset="0"/>
                <a:cs typeface="Times New Roman" panose="02020603050405020304" pitchFamily="18" charset="0"/>
              </a:endParaRPr>
            </a:p>
          </p:txBody>
        </p:sp>
        <p:sp>
          <p:nvSpPr>
            <p:cNvPr id="18" name="Shape 15">
              <a:extLst>
                <a:ext uri="{FF2B5EF4-FFF2-40B4-BE49-F238E27FC236}">
                  <a16:creationId xmlns:a16="http://schemas.microsoft.com/office/drawing/2014/main" id="{14ED0537-8927-5E56-57CB-345968E0D82B}"/>
                </a:ext>
              </a:extLst>
            </p:cNvPr>
            <p:cNvSpPr/>
            <p:nvPr/>
          </p:nvSpPr>
          <p:spPr>
            <a:xfrm>
              <a:off x="7428548" y="5654873"/>
              <a:ext cx="6408063" cy="30480"/>
            </a:xfrm>
            <a:prstGeom prst="rect">
              <a:avLst/>
            </a:prstGeom>
            <a:solidFill>
              <a:srgbClr val="4950BC"/>
            </a:solidFill>
            <a:ln/>
          </p:spPr>
        </p:sp>
        <p:sp>
          <p:nvSpPr>
            <p:cNvPr id="19" name="Text 16">
              <a:extLst>
                <a:ext uri="{FF2B5EF4-FFF2-40B4-BE49-F238E27FC236}">
                  <a16:creationId xmlns:a16="http://schemas.microsoft.com/office/drawing/2014/main" id="{D0967683-E6AB-9064-899B-46E98002B4EC}"/>
                </a:ext>
              </a:extLst>
            </p:cNvPr>
            <p:cNvSpPr/>
            <p:nvPr/>
          </p:nvSpPr>
          <p:spPr>
            <a:xfrm>
              <a:off x="7428548" y="5829181"/>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Times New Roman" panose="02020603050405020304" pitchFamily="18" charset="0"/>
                  <a:ea typeface="Inter Bold" pitchFamily="34" charset="-122"/>
                  <a:cs typeface="Times New Roman" panose="02020603050405020304" pitchFamily="18" charset="0"/>
                </a:rPr>
                <a:t>Report &amp; Present</a:t>
              </a:r>
              <a:endParaRPr lang="en-US" sz="2200" dirty="0">
                <a:latin typeface="Times New Roman" panose="02020603050405020304" pitchFamily="18" charset="0"/>
                <a:cs typeface="Times New Roman" panose="02020603050405020304" pitchFamily="18" charset="0"/>
              </a:endParaRPr>
            </a:p>
          </p:txBody>
        </p:sp>
        <p:sp>
          <p:nvSpPr>
            <p:cNvPr id="20" name="Text 17">
              <a:extLst>
                <a:ext uri="{FF2B5EF4-FFF2-40B4-BE49-F238E27FC236}">
                  <a16:creationId xmlns:a16="http://schemas.microsoft.com/office/drawing/2014/main" id="{2B0E876B-0CF6-AA69-F61F-3AE61D336ACC}"/>
                </a:ext>
              </a:extLst>
            </p:cNvPr>
            <p:cNvSpPr/>
            <p:nvPr/>
          </p:nvSpPr>
          <p:spPr>
            <a:xfrm>
              <a:off x="7428548" y="6319599"/>
              <a:ext cx="6408063"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Times New Roman" panose="02020603050405020304" pitchFamily="18" charset="0"/>
                  <a:ea typeface="Inter" pitchFamily="34" charset="-122"/>
                  <a:cs typeface="Times New Roman" panose="02020603050405020304" pitchFamily="18" charset="0"/>
                </a:rPr>
                <a:t>Weeks 7-8: Deliver interactive dashboards and comprehensive documentation</a:t>
              </a:r>
              <a:endParaRPr lang="en-US" sz="1750"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p14="http://schemas.microsoft.com/office/powerpoint/2010/main" Requires="p14">
            <p:contentPart p14:bwMode="auto" r:id="rId2">
              <p14:nvContentPartPr>
                <p14:cNvPr id="21" name="Ink 20">
                  <a:extLst>
                    <a:ext uri="{FF2B5EF4-FFF2-40B4-BE49-F238E27FC236}">
                      <a16:creationId xmlns:a16="http://schemas.microsoft.com/office/drawing/2014/main" id="{999E2306-68C9-6478-A221-E369429763B4}"/>
                    </a:ext>
                  </a:extLst>
                </p14:cNvPr>
                <p14:cNvContentPartPr/>
                <p14:nvPr/>
              </p14:nvContentPartPr>
              <p14:xfrm>
                <a:off x="12919955" y="8068151"/>
                <a:ext cx="1495800" cy="720"/>
              </p14:xfrm>
            </p:contentPart>
          </mc:Choice>
          <mc:Fallback>
            <p:pic>
              <p:nvPicPr>
                <p:cNvPr id="21" name="Ink 20">
                  <a:extLst>
                    <a:ext uri="{FF2B5EF4-FFF2-40B4-BE49-F238E27FC236}">
                      <a16:creationId xmlns:a16="http://schemas.microsoft.com/office/drawing/2014/main" id="{999E2306-68C9-6478-A221-E369429763B4}"/>
                    </a:ext>
                  </a:extLst>
                </p:cNvPr>
                <p:cNvPicPr/>
                <p:nvPr/>
              </p:nvPicPr>
              <p:blipFill>
                <a:blip r:embed="rId3"/>
                <a:stretch>
                  <a:fillRect/>
                </a:stretch>
              </p:blipFill>
              <p:spPr>
                <a:xfrm>
                  <a:off x="12847020" y="7942151"/>
                  <a:ext cx="1641254" cy="25200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22" name="Ink 21">
                  <a:extLst>
                    <a:ext uri="{FF2B5EF4-FFF2-40B4-BE49-F238E27FC236}">
                      <a16:creationId xmlns:a16="http://schemas.microsoft.com/office/drawing/2014/main" id="{F935B939-C0B6-A373-DAFA-A01FD3C67495}"/>
                    </a:ext>
                  </a:extLst>
                </p14:cNvPr>
                <p14:cNvContentPartPr/>
                <p14:nvPr/>
              </p14:nvContentPartPr>
              <p14:xfrm>
                <a:off x="12810515" y="7324391"/>
                <a:ext cx="1723680" cy="744480"/>
              </p14:xfrm>
            </p:contentPart>
          </mc:Choice>
          <mc:Fallback>
            <p:pic>
              <p:nvPicPr>
                <p:cNvPr id="22" name="Ink 21">
                  <a:extLst>
                    <a:ext uri="{FF2B5EF4-FFF2-40B4-BE49-F238E27FC236}">
                      <a16:creationId xmlns:a16="http://schemas.microsoft.com/office/drawing/2014/main" id="{F935B939-C0B6-A373-DAFA-A01FD3C67495}"/>
                    </a:ext>
                  </a:extLst>
                </p:cNvPr>
                <p:cNvPicPr/>
                <p:nvPr/>
              </p:nvPicPr>
              <p:blipFill>
                <a:blip r:embed="rId5"/>
                <a:stretch>
                  <a:fillRect/>
                </a:stretch>
              </p:blipFill>
              <p:spPr>
                <a:xfrm>
                  <a:off x="12737601" y="7258257"/>
                  <a:ext cx="1869091" cy="87637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23" name="Ink 22">
                  <a:extLst>
                    <a:ext uri="{FF2B5EF4-FFF2-40B4-BE49-F238E27FC236}">
                      <a16:creationId xmlns:a16="http://schemas.microsoft.com/office/drawing/2014/main" id="{A37DDC34-795B-1B54-006B-5F04165131A0}"/>
                    </a:ext>
                  </a:extLst>
                </p14:cNvPr>
                <p14:cNvContentPartPr/>
                <p14:nvPr/>
              </p14:nvContentPartPr>
              <p14:xfrm>
                <a:off x="12888995" y="7831101"/>
                <a:ext cx="1486440" cy="152280"/>
              </p14:xfrm>
            </p:contentPart>
          </mc:Choice>
          <mc:Fallback>
            <p:pic>
              <p:nvPicPr>
                <p:cNvPr id="23" name="Ink 22">
                  <a:extLst>
                    <a:ext uri="{FF2B5EF4-FFF2-40B4-BE49-F238E27FC236}">
                      <a16:creationId xmlns:a16="http://schemas.microsoft.com/office/drawing/2014/main" id="{A37DDC34-795B-1B54-006B-5F04165131A0}"/>
                    </a:ext>
                  </a:extLst>
                </p:cNvPr>
                <p:cNvPicPr/>
                <p:nvPr/>
              </p:nvPicPr>
              <p:blipFill>
                <a:blip r:embed="rId7"/>
                <a:stretch>
                  <a:fillRect/>
                </a:stretch>
              </p:blipFill>
              <p:spPr>
                <a:xfrm>
                  <a:off x="12816069" y="7764810"/>
                  <a:ext cx="1631875" cy="284483"/>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24" name="Ink 23">
                  <a:extLst>
                    <a:ext uri="{FF2B5EF4-FFF2-40B4-BE49-F238E27FC236}">
                      <a16:creationId xmlns:a16="http://schemas.microsoft.com/office/drawing/2014/main" id="{B7752DB2-97E7-A7F8-DA53-59633FA580CD}"/>
                    </a:ext>
                  </a:extLst>
                </p14:cNvPr>
                <p14:cNvContentPartPr/>
                <p14:nvPr/>
              </p14:nvContentPartPr>
              <p14:xfrm>
                <a:off x="12521435" y="7218381"/>
                <a:ext cx="360" cy="360"/>
              </p14:xfrm>
            </p:contentPart>
          </mc:Choice>
          <mc:Fallback>
            <p:pic>
              <p:nvPicPr>
                <p:cNvPr id="24" name="Ink 23">
                  <a:extLst>
                    <a:ext uri="{FF2B5EF4-FFF2-40B4-BE49-F238E27FC236}">
                      <a16:creationId xmlns:a16="http://schemas.microsoft.com/office/drawing/2014/main" id="{B7752DB2-97E7-A7F8-DA53-59633FA580CD}"/>
                    </a:ext>
                  </a:extLst>
                </p:cNvPr>
                <p:cNvPicPr/>
                <p:nvPr/>
              </p:nvPicPr>
              <p:blipFill>
                <a:blip r:embed="rId9"/>
                <a:stretch>
                  <a:fillRect/>
                </a:stretch>
              </p:blipFill>
              <p:spPr>
                <a:xfrm>
                  <a:off x="12458435" y="7155381"/>
                  <a:ext cx="126000" cy="1260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25" name="Ink 24">
                  <a:extLst>
                    <a:ext uri="{FF2B5EF4-FFF2-40B4-BE49-F238E27FC236}">
                      <a16:creationId xmlns:a16="http://schemas.microsoft.com/office/drawing/2014/main" id="{86CA599D-11C8-5A0D-77C7-2113EE4CDEF5}"/>
                    </a:ext>
                  </a:extLst>
                </p14:cNvPr>
                <p14:cNvContentPartPr/>
                <p14:nvPr/>
              </p14:nvContentPartPr>
              <p14:xfrm>
                <a:off x="14328889" y="7963031"/>
                <a:ext cx="122040" cy="8280"/>
              </p14:xfrm>
            </p:contentPart>
          </mc:Choice>
          <mc:Fallback>
            <p:pic>
              <p:nvPicPr>
                <p:cNvPr id="25" name="Ink 24">
                  <a:extLst>
                    <a:ext uri="{FF2B5EF4-FFF2-40B4-BE49-F238E27FC236}">
                      <a16:creationId xmlns:a16="http://schemas.microsoft.com/office/drawing/2014/main" id="{86CA599D-11C8-5A0D-77C7-2113EE4CDEF5}"/>
                    </a:ext>
                  </a:extLst>
                </p:cNvPr>
                <p:cNvPicPr/>
                <p:nvPr/>
              </p:nvPicPr>
              <p:blipFill>
                <a:blip r:embed="rId11"/>
                <a:stretch>
                  <a:fillRect/>
                </a:stretch>
              </p:blipFill>
              <p:spPr>
                <a:xfrm>
                  <a:off x="14256246" y="7897167"/>
                  <a:ext cx="266911" cy="139631"/>
                </a:xfrm>
                <a:prstGeom prst="rect">
                  <a:avLst/>
                </a:prstGeom>
              </p:spPr>
            </p:pic>
          </mc:Fallback>
        </mc:AlternateContent>
      </p:grpSp>
    </p:spTree>
    <p:extLst>
      <p:ext uri="{BB962C8B-B14F-4D97-AF65-F5344CB8AC3E}">
        <p14:creationId xmlns:p14="http://schemas.microsoft.com/office/powerpoint/2010/main" val="35125168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41810FA3-E87F-4D0D-DF28-35F12F61AD6B}"/>
              </a:ext>
            </a:extLst>
          </p:cNvPr>
          <p:cNvGrpSpPr/>
          <p:nvPr/>
        </p:nvGrpSpPr>
        <p:grpSpPr>
          <a:xfrm>
            <a:off x="168951" y="311854"/>
            <a:ext cx="11883446" cy="5845492"/>
            <a:chOff x="793790" y="1192054"/>
            <a:chExt cx="13050440" cy="5845492"/>
          </a:xfrm>
        </p:grpSpPr>
        <p:sp>
          <p:nvSpPr>
            <p:cNvPr id="5" name="Text 0">
              <a:extLst>
                <a:ext uri="{FF2B5EF4-FFF2-40B4-BE49-F238E27FC236}">
                  <a16:creationId xmlns:a16="http://schemas.microsoft.com/office/drawing/2014/main" id="{2F824801-E951-BF9C-8AD2-CED51D4403B9}"/>
                </a:ext>
              </a:extLst>
            </p:cNvPr>
            <p:cNvSpPr/>
            <p:nvPr/>
          </p:nvSpPr>
          <p:spPr>
            <a:xfrm>
              <a:off x="793790" y="1192054"/>
              <a:ext cx="11736229"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Times New Roman" panose="02020603050405020304" pitchFamily="18" charset="0"/>
                  <a:ea typeface="Inter Bold" pitchFamily="34" charset="-122"/>
                  <a:cs typeface="Times New Roman" panose="02020603050405020304" pitchFamily="18" charset="0"/>
                </a:rPr>
                <a:t>Milestone 1: Data Foundation and Cleaning</a:t>
              </a:r>
              <a:endParaRPr lang="en-US" sz="4450" dirty="0">
                <a:latin typeface="Times New Roman" panose="02020603050405020304" pitchFamily="18" charset="0"/>
                <a:cs typeface="Times New Roman" panose="02020603050405020304" pitchFamily="18" charset="0"/>
              </a:endParaRPr>
            </a:p>
          </p:txBody>
        </p:sp>
        <p:sp>
          <p:nvSpPr>
            <p:cNvPr id="6" name="Text 1">
              <a:extLst>
                <a:ext uri="{FF2B5EF4-FFF2-40B4-BE49-F238E27FC236}">
                  <a16:creationId xmlns:a16="http://schemas.microsoft.com/office/drawing/2014/main" id="{93D10B9D-28D7-E3E6-AF79-130C78F85088}"/>
                </a:ext>
              </a:extLst>
            </p:cNvPr>
            <p:cNvSpPr/>
            <p:nvPr/>
          </p:nvSpPr>
          <p:spPr>
            <a:xfrm>
              <a:off x="793790" y="2467808"/>
              <a:ext cx="4646890" cy="425291"/>
            </a:xfrm>
            <a:prstGeom prst="rect">
              <a:avLst/>
            </a:prstGeom>
            <a:noFill/>
            <a:ln/>
          </p:spPr>
          <p:txBody>
            <a:bodyPr wrap="none" lIns="0" tIns="0" rIns="0" bIns="0" rtlCol="0" anchor="t"/>
            <a:lstStyle/>
            <a:p>
              <a:pPr marL="0" indent="0" algn="l">
                <a:lnSpc>
                  <a:spcPts val="3300"/>
                </a:lnSpc>
                <a:buNone/>
              </a:pPr>
              <a:r>
                <a:rPr lang="en-US" sz="2650" b="1" dirty="0">
                  <a:solidFill>
                    <a:srgbClr val="000000"/>
                  </a:solidFill>
                  <a:latin typeface="Times New Roman" panose="02020603050405020304" pitchFamily="18" charset="0"/>
                  <a:ea typeface="Inter Bold" pitchFamily="34" charset="-122"/>
                  <a:cs typeface="Times New Roman" panose="02020603050405020304" pitchFamily="18" charset="0"/>
                </a:rPr>
                <a:t>Week 1: Project Initialization</a:t>
              </a:r>
              <a:endParaRPr lang="en-US" sz="2650" dirty="0">
                <a:latin typeface="Times New Roman" panose="02020603050405020304" pitchFamily="18" charset="0"/>
                <a:cs typeface="Times New Roman" panose="02020603050405020304" pitchFamily="18" charset="0"/>
              </a:endParaRPr>
            </a:p>
          </p:txBody>
        </p:sp>
        <p:sp>
          <p:nvSpPr>
            <p:cNvPr id="7" name="Text 2">
              <a:extLst>
                <a:ext uri="{FF2B5EF4-FFF2-40B4-BE49-F238E27FC236}">
                  <a16:creationId xmlns:a16="http://schemas.microsoft.com/office/drawing/2014/main" id="{D79C2107-6463-215A-EF11-C4BF640145DD}"/>
                </a:ext>
              </a:extLst>
            </p:cNvPr>
            <p:cNvSpPr/>
            <p:nvPr/>
          </p:nvSpPr>
          <p:spPr>
            <a:xfrm>
              <a:off x="793790" y="3119914"/>
              <a:ext cx="6244709"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Times New Roman" panose="02020603050405020304" pitchFamily="18" charset="0"/>
                  <a:ea typeface="Inter" pitchFamily="34" charset="-122"/>
                  <a:cs typeface="Times New Roman" panose="02020603050405020304" pitchFamily="18" charset="0"/>
                </a:rPr>
                <a:t>Establish the groundwork for success by clearly defining objectives and understanding the dataset structure.</a:t>
              </a:r>
              <a:endParaRPr lang="en-US" sz="1750" dirty="0">
                <a:latin typeface="Times New Roman" panose="02020603050405020304" pitchFamily="18" charset="0"/>
                <a:cs typeface="Times New Roman" panose="02020603050405020304" pitchFamily="18" charset="0"/>
              </a:endParaRPr>
            </a:p>
          </p:txBody>
        </p:sp>
        <p:sp>
          <p:nvSpPr>
            <p:cNvPr id="8" name="Text 3">
              <a:extLst>
                <a:ext uri="{FF2B5EF4-FFF2-40B4-BE49-F238E27FC236}">
                  <a16:creationId xmlns:a16="http://schemas.microsoft.com/office/drawing/2014/main" id="{2EA6B697-EC0E-1DE5-9979-E8A123673E9E}"/>
                </a:ext>
              </a:extLst>
            </p:cNvPr>
            <p:cNvSpPr/>
            <p:nvPr/>
          </p:nvSpPr>
          <p:spPr>
            <a:xfrm>
              <a:off x="793790" y="4049792"/>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Times New Roman" panose="02020603050405020304" pitchFamily="18" charset="0"/>
                  <a:ea typeface="Inter" pitchFamily="34" charset="-122"/>
                  <a:cs typeface="Times New Roman" panose="02020603050405020304" pitchFamily="18" charset="0"/>
                </a:rPr>
                <a:t>Define project goals and analytical workflow</a:t>
              </a:r>
              <a:endParaRPr lang="en-US" sz="1750" dirty="0">
                <a:latin typeface="Times New Roman" panose="02020603050405020304" pitchFamily="18" charset="0"/>
                <a:cs typeface="Times New Roman" panose="02020603050405020304" pitchFamily="18" charset="0"/>
              </a:endParaRPr>
            </a:p>
          </p:txBody>
        </p:sp>
        <p:sp>
          <p:nvSpPr>
            <p:cNvPr id="9" name="Text 4">
              <a:extLst>
                <a:ext uri="{FF2B5EF4-FFF2-40B4-BE49-F238E27FC236}">
                  <a16:creationId xmlns:a16="http://schemas.microsoft.com/office/drawing/2014/main" id="{8AD7AA57-6B52-F542-6086-01A95B165865}"/>
                </a:ext>
              </a:extLst>
            </p:cNvPr>
            <p:cNvSpPr/>
            <p:nvPr/>
          </p:nvSpPr>
          <p:spPr>
            <a:xfrm>
              <a:off x="793790" y="4491990"/>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Times New Roman" panose="02020603050405020304" pitchFamily="18" charset="0"/>
                  <a:ea typeface="Inter" pitchFamily="34" charset="-122"/>
                  <a:cs typeface="Times New Roman" panose="02020603050405020304" pitchFamily="18" charset="0"/>
                </a:rPr>
                <a:t>Load dataset and explore schema</a:t>
              </a:r>
              <a:endParaRPr lang="en-US" sz="1750" dirty="0">
                <a:latin typeface="Times New Roman" panose="02020603050405020304" pitchFamily="18" charset="0"/>
                <a:cs typeface="Times New Roman" panose="02020603050405020304" pitchFamily="18" charset="0"/>
              </a:endParaRPr>
            </a:p>
          </p:txBody>
        </p:sp>
        <p:sp>
          <p:nvSpPr>
            <p:cNvPr id="10" name="Text 5">
              <a:extLst>
                <a:ext uri="{FF2B5EF4-FFF2-40B4-BE49-F238E27FC236}">
                  <a16:creationId xmlns:a16="http://schemas.microsoft.com/office/drawing/2014/main" id="{13BF0902-6526-93F8-D61B-67FB1679D21A}"/>
                </a:ext>
              </a:extLst>
            </p:cNvPr>
            <p:cNvSpPr/>
            <p:nvPr/>
          </p:nvSpPr>
          <p:spPr>
            <a:xfrm>
              <a:off x="793790" y="4934188"/>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Times New Roman" panose="02020603050405020304" pitchFamily="18" charset="0"/>
                  <a:ea typeface="Inter" pitchFamily="34" charset="-122"/>
                  <a:cs typeface="Times New Roman" panose="02020603050405020304" pitchFamily="18" charset="0"/>
                </a:rPr>
                <a:t>Examine data types, size, and null values</a:t>
              </a:r>
              <a:endParaRPr lang="en-US" sz="1750" dirty="0">
                <a:latin typeface="Times New Roman" panose="02020603050405020304" pitchFamily="18" charset="0"/>
                <a:cs typeface="Times New Roman" panose="02020603050405020304" pitchFamily="18" charset="0"/>
              </a:endParaRPr>
            </a:p>
          </p:txBody>
        </p:sp>
        <p:sp>
          <p:nvSpPr>
            <p:cNvPr id="11" name="Text 6">
              <a:extLst>
                <a:ext uri="{FF2B5EF4-FFF2-40B4-BE49-F238E27FC236}">
                  <a16:creationId xmlns:a16="http://schemas.microsoft.com/office/drawing/2014/main" id="{53E82E75-701E-3CB1-B2A0-31036F944FD7}"/>
                </a:ext>
              </a:extLst>
            </p:cNvPr>
            <p:cNvSpPr/>
            <p:nvPr/>
          </p:nvSpPr>
          <p:spPr>
            <a:xfrm>
              <a:off x="793790" y="5376386"/>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Times New Roman" panose="02020603050405020304" pitchFamily="18" charset="0"/>
                  <a:ea typeface="Inter" pitchFamily="34" charset="-122"/>
                  <a:cs typeface="Times New Roman" panose="02020603050405020304" pitchFamily="18" charset="0"/>
                </a:rPr>
                <a:t>Document initial quality observations</a:t>
              </a:r>
              <a:endParaRPr lang="en-US" sz="1750" dirty="0">
                <a:latin typeface="Times New Roman" panose="02020603050405020304" pitchFamily="18" charset="0"/>
                <a:cs typeface="Times New Roman" panose="02020603050405020304" pitchFamily="18" charset="0"/>
              </a:endParaRPr>
            </a:p>
          </p:txBody>
        </p:sp>
        <p:sp>
          <p:nvSpPr>
            <p:cNvPr id="12" name="Text 7">
              <a:extLst>
                <a:ext uri="{FF2B5EF4-FFF2-40B4-BE49-F238E27FC236}">
                  <a16:creationId xmlns:a16="http://schemas.microsoft.com/office/drawing/2014/main" id="{622EC85E-6769-24C9-FF76-1216509DDE60}"/>
                </a:ext>
              </a:extLst>
            </p:cNvPr>
            <p:cNvSpPr/>
            <p:nvPr/>
          </p:nvSpPr>
          <p:spPr>
            <a:xfrm>
              <a:off x="7599521" y="2467808"/>
              <a:ext cx="5679519" cy="425291"/>
            </a:xfrm>
            <a:prstGeom prst="rect">
              <a:avLst/>
            </a:prstGeom>
            <a:noFill/>
            <a:ln/>
          </p:spPr>
          <p:txBody>
            <a:bodyPr wrap="none" lIns="0" tIns="0" rIns="0" bIns="0" rtlCol="0" anchor="t"/>
            <a:lstStyle/>
            <a:p>
              <a:pPr marL="0" indent="0" algn="l">
                <a:lnSpc>
                  <a:spcPts val="3300"/>
                </a:lnSpc>
                <a:buNone/>
              </a:pPr>
              <a:r>
                <a:rPr lang="en-US" sz="2650" b="1" dirty="0">
                  <a:solidFill>
                    <a:srgbClr val="000000"/>
                  </a:solidFill>
                  <a:latin typeface="Times New Roman" panose="02020603050405020304" pitchFamily="18" charset="0"/>
                  <a:ea typeface="Inter Bold" pitchFamily="34" charset="-122"/>
                  <a:cs typeface="Times New Roman" panose="02020603050405020304" pitchFamily="18" charset="0"/>
                </a:rPr>
                <a:t>Week 2: Preprocessing &amp; Features</a:t>
              </a:r>
              <a:endParaRPr lang="en-US" sz="2650" dirty="0">
                <a:latin typeface="Times New Roman" panose="02020603050405020304" pitchFamily="18" charset="0"/>
                <a:cs typeface="Times New Roman" panose="02020603050405020304" pitchFamily="18" charset="0"/>
              </a:endParaRPr>
            </a:p>
          </p:txBody>
        </p:sp>
        <p:sp>
          <p:nvSpPr>
            <p:cNvPr id="13" name="Text 8">
              <a:extLst>
                <a:ext uri="{FF2B5EF4-FFF2-40B4-BE49-F238E27FC236}">
                  <a16:creationId xmlns:a16="http://schemas.microsoft.com/office/drawing/2014/main" id="{669092C2-51FA-F6A3-4B5E-85C3FD1BD229}"/>
                </a:ext>
              </a:extLst>
            </p:cNvPr>
            <p:cNvSpPr/>
            <p:nvPr/>
          </p:nvSpPr>
          <p:spPr>
            <a:xfrm>
              <a:off x="7599521" y="3119914"/>
              <a:ext cx="6244709"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Times New Roman" panose="02020603050405020304" pitchFamily="18" charset="0"/>
                  <a:ea typeface="Inter" pitchFamily="34" charset="-122"/>
                  <a:cs typeface="Times New Roman" panose="02020603050405020304" pitchFamily="18" charset="0"/>
                </a:rPr>
                <a:t>Transform raw data into analysis-ready format through strategic cleaning and feature creation.</a:t>
              </a:r>
              <a:endParaRPr lang="en-US" sz="1750" dirty="0">
                <a:latin typeface="Times New Roman" panose="02020603050405020304" pitchFamily="18" charset="0"/>
                <a:cs typeface="Times New Roman" panose="02020603050405020304" pitchFamily="18" charset="0"/>
              </a:endParaRPr>
            </a:p>
          </p:txBody>
        </p:sp>
        <p:sp>
          <p:nvSpPr>
            <p:cNvPr id="14" name="Text 9">
              <a:extLst>
                <a:ext uri="{FF2B5EF4-FFF2-40B4-BE49-F238E27FC236}">
                  <a16:creationId xmlns:a16="http://schemas.microsoft.com/office/drawing/2014/main" id="{31520C93-7FB5-5D21-9A26-A2ADC0A70948}"/>
                </a:ext>
              </a:extLst>
            </p:cNvPr>
            <p:cNvSpPr/>
            <p:nvPr/>
          </p:nvSpPr>
          <p:spPr>
            <a:xfrm>
              <a:off x="7599521" y="4049792"/>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Times New Roman" panose="02020603050405020304" pitchFamily="18" charset="0"/>
                  <a:ea typeface="Inter" pitchFamily="34" charset="-122"/>
                  <a:cs typeface="Times New Roman" panose="02020603050405020304" pitchFamily="18" charset="0"/>
                </a:rPr>
                <a:t>Handle missing values and inconsistencies</a:t>
              </a:r>
              <a:endParaRPr lang="en-US" sz="1750" dirty="0">
                <a:latin typeface="Times New Roman" panose="02020603050405020304" pitchFamily="18" charset="0"/>
                <a:cs typeface="Times New Roman" panose="02020603050405020304" pitchFamily="18" charset="0"/>
              </a:endParaRPr>
            </a:p>
          </p:txBody>
        </p:sp>
        <p:sp>
          <p:nvSpPr>
            <p:cNvPr id="15" name="Text 10">
              <a:extLst>
                <a:ext uri="{FF2B5EF4-FFF2-40B4-BE49-F238E27FC236}">
                  <a16:creationId xmlns:a16="http://schemas.microsoft.com/office/drawing/2014/main" id="{FE691D0C-E614-53C6-C9C5-D5693A0AB3A2}"/>
                </a:ext>
              </a:extLst>
            </p:cNvPr>
            <p:cNvSpPr/>
            <p:nvPr/>
          </p:nvSpPr>
          <p:spPr>
            <a:xfrm>
              <a:off x="7599521" y="4491990"/>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Times New Roman" panose="02020603050405020304" pitchFamily="18" charset="0"/>
                  <a:ea typeface="Inter" pitchFamily="34" charset="-122"/>
                  <a:cs typeface="Times New Roman" panose="02020603050405020304" pitchFamily="18" charset="0"/>
                </a:rPr>
                <a:t>Create age bands and temporal flags</a:t>
              </a:r>
              <a:endParaRPr lang="en-US" sz="1750" dirty="0">
                <a:latin typeface="Times New Roman" panose="02020603050405020304" pitchFamily="18" charset="0"/>
                <a:cs typeface="Times New Roman" panose="02020603050405020304" pitchFamily="18" charset="0"/>
              </a:endParaRPr>
            </a:p>
          </p:txBody>
        </p:sp>
        <p:sp>
          <p:nvSpPr>
            <p:cNvPr id="16" name="Text 11">
              <a:extLst>
                <a:ext uri="{FF2B5EF4-FFF2-40B4-BE49-F238E27FC236}">
                  <a16:creationId xmlns:a16="http://schemas.microsoft.com/office/drawing/2014/main" id="{40697374-0BA6-D37B-5132-E480935FE6B2}"/>
                </a:ext>
              </a:extLst>
            </p:cNvPr>
            <p:cNvSpPr/>
            <p:nvPr/>
          </p:nvSpPr>
          <p:spPr>
            <a:xfrm>
              <a:off x="7599521" y="4934188"/>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Times New Roman" panose="02020603050405020304" pitchFamily="18" charset="0"/>
                  <a:ea typeface="Inter" pitchFamily="34" charset="-122"/>
                  <a:cs typeface="Times New Roman" panose="02020603050405020304" pitchFamily="18" charset="0"/>
                </a:rPr>
                <a:t>Calculate device and activity shares</a:t>
              </a:r>
              <a:endParaRPr lang="en-US" sz="1750" dirty="0">
                <a:latin typeface="Times New Roman" panose="02020603050405020304" pitchFamily="18" charset="0"/>
                <a:cs typeface="Times New Roman" panose="02020603050405020304" pitchFamily="18" charset="0"/>
              </a:endParaRPr>
            </a:p>
          </p:txBody>
        </p:sp>
        <p:sp>
          <p:nvSpPr>
            <p:cNvPr id="17" name="Text 12">
              <a:extLst>
                <a:ext uri="{FF2B5EF4-FFF2-40B4-BE49-F238E27FC236}">
                  <a16:creationId xmlns:a16="http://schemas.microsoft.com/office/drawing/2014/main" id="{4A4DDCC0-E4C2-4DEF-7F70-6EE974AB6F40}"/>
                </a:ext>
              </a:extLst>
            </p:cNvPr>
            <p:cNvSpPr/>
            <p:nvPr/>
          </p:nvSpPr>
          <p:spPr>
            <a:xfrm>
              <a:off x="7599521" y="5376386"/>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272525"/>
                  </a:solidFill>
                  <a:latin typeface="Times New Roman" panose="02020603050405020304" pitchFamily="18" charset="0"/>
                  <a:ea typeface="Inter" pitchFamily="34" charset="-122"/>
                  <a:cs typeface="Times New Roman" panose="02020603050405020304" pitchFamily="18" charset="0"/>
                </a:rPr>
                <a:t>Save preprocessed data with documentation</a:t>
              </a:r>
              <a:endParaRPr lang="en-US" sz="1750" dirty="0">
                <a:latin typeface="Times New Roman" panose="02020603050405020304" pitchFamily="18" charset="0"/>
                <a:cs typeface="Times New Roman" panose="02020603050405020304" pitchFamily="18" charset="0"/>
              </a:endParaRPr>
            </a:p>
          </p:txBody>
        </p:sp>
        <p:sp>
          <p:nvSpPr>
            <p:cNvPr id="18" name="Shape 13">
              <a:extLst>
                <a:ext uri="{FF2B5EF4-FFF2-40B4-BE49-F238E27FC236}">
                  <a16:creationId xmlns:a16="http://schemas.microsoft.com/office/drawing/2014/main" id="{09EB5552-F633-565C-6A1F-7A9D9C722476}"/>
                </a:ext>
              </a:extLst>
            </p:cNvPr>
            <p:cNvSpPr/>
            <p:nvPr/>
          </p:nvSpPr>
          <p:spPr>
            <a:xfrm>
              <a:off x="793790" y="6073735"/>
              <a:ext cx="13042821" cy="963811"/>
            </a:xfrm>
            <a:prstGeom prst="roundRect">
              <a:avLst>
                <a:gd name="adj" fmla="val 9884"/>
              </a:avLst>
            </a:prstGeom>
            <a:solidFill>
              <a:srgbClr val="C7C9EA"/>
            </a:solidFill>
            <a:ln/>
          </p:spPr>
        </p:sp>
        <p:pic>
          <p:nvPicPr>
            <p:cNvPr id="19" name="Image 0" descr="preencoded.png">
              <a:extLst>
                <a:ext uri="{FF2B5EF4-FFF2-40B4-BE49-F238E27FC236}">
                  <a16:creationId xmlns:a16="http://schemas.microsoft.com/office/drawing/2014/main" id="{FAA30EC0-B902-BDA5-3AD7-6997ABA010E5}"/>
                </a:ext>
              </a:extLst>
            </p:cNvPr>
            <p:cNvPicPr>
              <a:picLocks noChangeAspect="1"/>
            </p:cNvPicPr>
            <p:nvPr/>
          </p:nvPicPr>
          <p:blipFill>
            <a:blip r:embed="rId2"/>
            <a:stretch>
              <a:fillRect/>
            </a:stretch>
          </p:blipFill>
          <p:spPr>
            <a:xfrm>
              <a:off x="1020604" y="6417826"/>
              <a:ext cx="283488" cy="226814"/>
            </a:xfrm>
            <a:prstGeom prst="rect">
              <a:avLst/>
            </a:prstGeom>
          </p:spPr>
        </p:pic>
        <p:sp>
          <p:nvSpPr>
            <p:cNvPr id="20" name="Text 14">
              <a:extLst>
                <a:ext uri="{FF2B5EF4-FFF2-40B4-BE49-F238E27FC236}">
                  <a16:creationId xmlns:a16="http://schemas.microsoft.com/office/drawing/2014/main" id="{E1359E81-B466-5FDC-0294-1117D895A96E}"/>
                </a:ext>
              </a:extLst>
            </p:cNvPr>
            <p:cNvSpPr/>
            <p:nvPr/>
          </p:nvSpPr>
          <p:spPr>
            <a:xfrm>
              <a:off x="1530906" y="6357223"/>
              <a:ext cx="12078891" cy="362903"/>
            </a:xfrm>
            <a:prstGeom prst="rect">
              <a:avLst/>
            </a:prstGeom>
            <a:noFill/>
            <a:ln/>
          </p:spPr>
          <p:txBody>
            <a:bodyPr wrap="none" lIns="0" tIns="0" rIns="0" bIns="0" rtlCol="0" anchor="t"/>
            <a:lstStyle/>
            <a:p>
              <a:pPr marL="0" indent="0" algn="l">
                <a:lnSpc>
                  <a:spcPts val="2850"/>
                </a:lnSpc>
                <a:buNone/>
              </a:pPr>
              <a:r>
                <a:rPr lang="en-US" sz="1750" dirty="0">
                  <a:solidFill>
                    <a:srgbClr val="000000"/>
                  </a:solidFill>
                  <a:latin typeface="Times New Roman" panose="02020603050405020304" pitchFamily="18" charset="0"/>
                  <a:ea typeface="Inter" pitchFamily="34" charset="-122"/>
                  <a:cs typeface="Times New Roman" panose="02020603050405020304" pitchFamily="18" charset="0"/>
                </a:rPr>
                <a:t>Deliverables: Cleaned dataset, preprocessing summary, and comprehensive feature dictionary</a:t>
              </a:r>
              <a:endParaRPr lang="en-US" sz="1750" dirty="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3046024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1948C6F9-3F47-CC12-2D40-381FF61310B2}"/>
              </a:ext>
            </a:extLst>
          </p:cNvPr>
          <p:cNvGrpSpPr/>
          <p:nvPr/>
        </p:nvGrpSpPr>
        <p:grpSpPr>
          <a:xfrm>
            <a:off x="166927" y="441960"/>
            <a:ext cx="11802247" cy="6157358"/>
            <a:chOff x="517446" y="634722"/>
            <a:chExt cx="13160023" cy="6960156"/>
          </a:xfrm>
        </p:grpSpPr>
        <p:sp>
          <p:nvSpPr>
            <p:cNvPr id="28" name="Text 0">
              <a:extLst>
                <a:ext uri="{FF2B5EF4-FFF2-40B4-BE49-F238E27FC236}">
                  <a16:creationId xmlns:a16="http://schemas.microsoft.com/office/drawing/2014/main" id="{3D3DFAEB-0EF7-E962-EDA0-B92134C2616A}"/>
                </a:ext>
              </a:extLst>
            </p:cNvPr>
            <p:cNvSpPr/>
            <p:nvPr/>
          </p:nvSpPr>
          <p:spPr>
            <a:xfrm>
              <a:off x="517446" y="634722"/>
              <a:ext cx="7604879" cy="462082"/>
            </a:xfrm>
            <a:prstGeom prst="rect">
              <a:avLst/>
            </a:prstGeom>
            <a:noFill/>
            <a:ln/>
          </p:spPr>
          <p:txBody>
            <a:bodyPr wrap="none" lIns="0" tIns="0" rIns="0" bIns="0" rtlCol="0" anchor="t"/>
            <a:lstStyle/>
            <a:p>
              <a:pPr marL="0" indent="0" algn="l">
                <a:lnSpc>
                  <a:spcPts val="3600"/>
                </a:lnSpc>
                <a:buNone/>
              </a:pPr>
              <a:r>
                <a:rPr lang="en-US" sz="2900" b="1" dirty="0">
                  <a:solidFill>
                    <a:srgbClr val="000000"/>
                  </a:solidFill>
                  <a:latin typeface="Times New Roman" panose="02020603050405020304" pitchFamily="18" charset="0"/>
                  <a:ea typeface="Inter Bold" pitchFamily="34" charset="-122"/>
                  <a:cs typeface="Times New Roman" panose="02020603050405020304" pitchFamily="18" charset="0"/>
                </a:rPr>
                <a:t>Week 1 Deep Dive: Laying the Groundwork</a:t>
              </a:r>
              <a:endParaRPr lang="en-US" sz="2900" dirty="0">
                <a:latin typeface="Times New Roman" panose="02020603050405020304" pitchFamily="18" charset="0"/>
                <a:cs typeface="Times New Roman" panose="02020603050405020304" pitchFamily="18" charset="0"/>
              </a:endParaRPr>
            </a:p>
          </p:txBody>
        </p:sp>
        <p:sp>
          <p:nvSpPr>
            <p:cNvPr id="29" name="Shape 1">
              <a:extLst>
                <a:ext uri="{FF2B5EF4-FFF2-40B4-BE49-F238E27FC236}">
                  <a16:creationId xmlns:a16="http://schemas.microsoft.com/office/drawing/2014/main" id="{EEEF3649-F192-467A-D8EE-29478FA68D6A}"/>
                </a:ext>
              </a:extLst>
            </p:cNvPr>
            <p:cNvSpPr/>
            <p:nvPr/>
          </p:nvSpPr>
          <p:spPr>
            <a:xfrm>
              <a:off x="517446" y="1318498"/>
              <a:ext cx="8109109" cy="1458278"/>
            </a:xfrm>
            <a:prstGeom prst="roundRect">
              <a:avLst>
                <a:gd name="adj" fmla="val 4259"/>
              </a:avLst>
            </a:prstGeom>
            <a:solidFill>
              <a:srgbClr val="DADBF1"/>
            </a:solidFill>
            <a:ln w="7620">
              <a:solidFill>
                <a:srgbClr val="C0C1D7"/>
              </a:solidFill>
              <a:prstDash val="solid"/>
            </a:ln>
          </p:spPr>
        </p:sp>
        <p:sp>
          <p:nvSpPr>
            <p:cNvPr id="30" name="Shape 2">
              <a:extLst>
                <a:ext uri="{FF2B5EF4-FFF2-40B4-BE49-F238E27FC236}">
                  <a16:creationId xmlns:a16="http://schemas.microsoft.com/office/drawing/2014/main" id="{14F3B0F4-3AEC-7179-02AD-7FD3271A487B}"/>
                </a:ext>
              </a:extLst>
            </p:cNvPr>
            <p:cNvSpPr/>
            <p:nvPr/>
          </p:nvSpPr>
          <p:spPr>
            <a:xfrm>
              <a:off x="672822" y="1473875"/>
              <a:ext cx="443508" cy="443508"/>
            </a:xfrm>
            <a:prstGeom prst="roundRect">
              <a:avLst>
                <a:gd name="adj" fmla="val 20615379"/>
              </a:avLst>
            </a:prstGeom>
            <a:solidFill>
              <a:srgbClr val="4950BC"/>
            </a:solidFill>
            <a:ln/>
          </p:spPr>
        </p:sp>
        <p:pic>
          <p:nvPicPr>
            <p:cNvPr id="31" name="Image 1" descr="preencoded.png">
              <a:extLst>
                <a:ext uri="{FF2B5EF4-FFF2-40B4-BE49-F238E27FC236}">
                  <a16:creationId xmlns:a16="http://schemas.microsoft.com/office/drawing/2014/main" id="{BC718A85-B520-306B-8380-9F645F45CBA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94742" y="1595795"/>
              <a:ext cx="199549" cy="199549"/>
            </a:xfrm>
            <a:prstGeom prst="rect">
              <a:avLst/>
            </a:prstGeom>
          </p:spPr>
        </p:pic>
        <p:sp>
          <p:nvSpPr>
            <p:cNvPr id="32" name="Text 3">
              <a:extLst>
                <a:ext uri="{FF2B5EF4-FFF2-40B4-BE49-F238E27FC236}">
                  <a16:creationId xmlns:a16="http://schemas.microsoft.com/office/drawing/2014/main" id="{EC899C96-1985-CBDF-DF9E-43442A7E566A}"/>
                </a:ext>
              </a:extLst>
            </p:cNvPr>
            <p:cNvSpPr/>
            <p:nvPr/>
          </p:nvSpPr>
          <p:spPr>
            <a:xfrm>
              <a:off x="672822" y="2065139"/>
              <a:ext cx="1848326" cy="230981"/>
            </a:xfrm>
            <a:prstGeom prst="rect">
              <a:avLst/>
            </a:prstGeom>
            <a:noFill/>
            <a:ln/>
          </p:spPr>
          <p:txBody>
            <a:bodyPr wrap="none" lIns="0" tIns="0" rIns="0" bIns="0" rtlCol="0" anchor="t"/>
            <a:lstStyle/>
            <a:p>
              <a:pPr marL="0" indent="0" algn="l">
                <a:lnSpc>
                  <a:spcPts val="1800"/>
                </a:lnSpc>
                <a:buNone/>
              </a:pPr>
              <a:r>
                <a:rPr lang="en-US" sz="1450" b="1" dirty="0">
                  <a:solidFill>
                    <a:srgbClr val="272525"/>
                  </a:solidFill>
                  <a:latin typeface="Times New Roman" panose="02020603050405020304" pitchFamily="18" charset="0"/>
                  <a:ea typeface="Inter Bold" pitchFamily="34" charset="-122"/>
                  <a:cs typeface="Times New Roman" panose="02020603050405020304" pitchFamily="18" charset="0"/>
                </a:rPr>
                <a:t>Define Goals</a:t>
              </a:r>
              <a:endParaRPr lang="en-US" sz="1450" dirty="0">
                <a:latin typeface="Times New Roman" panose="02020603050405020304" pitchFamily="18" charset="0"/>
                <a:cs typeface="Times New Roman" panose="02020603050405020304" pitchFamily="18" charset="0"/>
              </a:endParaRPr>
            </a:p>
          </p:txBody>
        </p:sp>
        <p:sp>
          <p:nvSpPr>
            <p:cNvPr id="33" name="Text 4">
              <a:extLst>
                <a:ext uri="{FF2B5EF4-FFF2-40B4-BE49-F238E27FC236}">
                  <a16:creationId xmlns:a16="http://schemas.microsoft.com/office/drawing/2014/main" id="{CED63629-12C8-B678-377D-A7F7B1CC9A80}"/>
                </a:ext>
              </a:extLst>
            </p:cNvPr>
            <p:cNvSpPr/>
            <p:nvPr/>
          </p:nvSpPr>
          <p:spPr>
            <a:xfrm>
              <a:off x="672822" y="2384822"/>
              <a:ext cx="7798356" cy="236577"/>
            </a:xfrm>
            <a:prstGeom prst="rect">
              <a:avLst/>
            </a:prstGeom>
            <a:noFill/>
            <a:ln/>
          </p:spPr>
          <p:txBody>
            <a:bodyPr wrap="none" lIns="0" tIns="0" rIns="0" bIns="0" rtlCol="0" anchor="t"/>
            <a:lstStyle/>
            <a:p>
              <a:pPr marL="0" indent="0" algn="l">
                <a:lnSpc>
                  <a:spcPts val="1850"/>
                </a:lnSpc>
                <a:buNone/>
              </a:pPr>
              <a:r>
                <a:rPr lang="en-US" sz="1150" dirty="0">
                  <a:solidFill>
                    <a:srgbClr val="272525"/>
                  </a:solidFill>
                  <a:latin typeface="Times New Roman" panose="02020603050405020304" pitchFamily="18" charset="0"/>
                  <a:ea typeface="Inter" pitchFamily="34" charset="-122"/>
                  <a:cs typeface="Times New Roman" panose="02020603050405020304" pitchFamily="18" charset="0"/>
                </a:rPr>
                <a:t>Establish clear objectives and success criteria for the analysis project</a:t>
              </a:r>
              <a:endParaRPr lang="en-US" sz="1150" dirty="0">
                <a:latin typeface="Times New Roman" panose="02020603050405020304" pitchFamily="18" charset="0"/>
                <a:cs typeface="Times New Roman" panose="02020603050405020304" pitchFamily="18" charset="0"/>
              </a:endParaRPr>
            </a:p>
          </p:txBody>
        </p:sp>
        <p:sp>
          <p:nvSpPr>
            <p:cNvPr id="34" name="Shape 5">
              <a:extLst>
                <a:ext uri="{FF2B5EF4-FFF2-40B4-BE49-F238E27FC236}">
                  <a16:creationId xmlns:a16="http://schemas.microsoft.com/office/drawing/2014/main" id="{32B4A1DD-6821-314D-C2B4-1A4CCE67B9CA}"/>
                </a:ext>
              </a:extLst>
            </p:cNvPr>
            <p:cNvSpPr/>
            <p:nvPr/>
          </p:nvSpPr>
          <p:spPr>
            <a:xfrm>
              <a:off x="517446" y="2924532"/>
              <a:ext cx="8109109" cy="1458278"/>
            </a:xfrm>
            <a:prstGeom prst="roundRect">
              <a:avLst>
                <a:gd name="adj" fmla="val 4259"/>
              </a:avLst>
            </a:prstGeom>
            <a:solidFill>
              <a:srgbClr val="DADBF1"/>
            </a:solidFill>
            <a:ln w="7620">
              <a:solidFill>
                <a:srgbClr val="C0C1D7"/>
              </a:solidFill>
              <a:prstDash val="solid"/>
            </a:ln>
          </p:spPr>
        </p:sp>
        <p:sp>
          <p:nvSpPr>
            <p:cNvPr id="35" name="Shape 6">
              <a:extLst>
                <a:ext uri="{FF2B5EF4-FFF2-40B4-BE49-F238E27FC236}">
                  <a16:creationId xmlns:a16="http://schemas.microsoft.com/office/drawing/2014/main" id="{3A13BC91-6E19-1AEE-DC19-6CD788865E17}"/>
                </a:ext>
              </a:extLst>
            </p:cNvPr>
            <p:cNvSpPr/>
            <p:nvPr/>
          </p:nvSpPr>
          <p:spPr>
            <a:xfrm>
              <a:off x="672822" y="3079909"/>
              <a:ext cx="443508" cy="443508"/>
            </a:xfrm>
            <a:prstGeom prst="roundRect">
              <a:avLst>
                <a:gd name="adj" fmla="val 20615379"/>
              </a:avLst>
            </a:prstGeom>
            <a:solidFill>
              <a:srgbClr val="4950BC"/>
            </a:solidFill>
            <a:ln/>
          </p:spPr>
        </p:sp>
        <p:pic>
          <p:nvPicPr>
            <p:cNvPr id="36" name="Image 2" descr="preencoded.png">
              <a:extLst>
                <a:ext uri="{FF2B5EF4-FFF2-40B4-BE49-F238E27FC236}">
                  <a16:creationId xmlns:a16="http://schemas.microsoft.com/office/drawing/2014/main" id="{92BED0F2-0664-CA9A-3382-5E81CBCCC05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94742" y="3201829"/>
              <a:ext cx="199549" cy="199549"/>
            </a:xfrm>
            <a:prstGeom prst="rect">
              <a:avLst/>
            </a:prstGeom>
          </p:spPr>
        </p:pic>
        <p:sp>
          <p:nvSpPr>
            <p:cNvPr id="37" name="Text 7">
              <a:extLst>
                <a:ext uri="{FF2B5EF4-FFF2-40B4-BE49-F238E27FC236}">
                  <a16:creationId xmlns:a16="http://schemas.microsoft.com/office/drawing/2014/main" id="{6F2E3B4B-C689-AD2F-DDF5-E200926DAC1E}"/>
                </a:ext>
              </a:extLst>
            </p:cNvPr>
            <p:cNvSpPr/>
            <p:nvPr/>
          </p:nvSpPr>
          <p:spPr>
            <a:xfrm>
              <a:off x="672822" y="3671173"/>
              <a:ext cx="1848326" cy="230981"/>
            </a:xfrm>
            <a:prstGeom prst="rect">
              <a:avLst/>
            </a:prstGeom>
            <a:noFill/>
            <a:ln/>
          </p:spPr>
          <p:txBody>
            <a:bodyPr wrap="none" lIns="0" tIns="0" rIns="0" bIns="0" rtlCol="0" anchor="t"/>
            <a:lstStyle/>
            <a:p>
              <a:pPr marL="0" indent="0" algn="l">
                <a:lnSpc>
                  <a:spcPts val="1800"/>
                </a:lnSpc>
                <a:buNone/>
              </a:pPr>
              <a:r>
                <a:rPr lang="en-US" sz="1450" b="1" dirty="0">
                  <a:solidFill>
                    <a:srgbClr val="272525"/>
                  </a:solidFill>
                  <a:latin typeface="Times New Roman" panose="02020603050405020304" pitchFamily="18" charset="0"/>
                  <a:ea typeface="Inter Bold" pitchFamily="34" charset="-122"/>
                  <a:cs typeface="Times New Roman" panose="02020603050405020304" pitchFamily="18" charset="0"/>
                </a:rPr>
                <a:t>Load Dataset</a:t>
              </a:r>
              <a:endParaRPr lang="en-US" sz="1450" dirty="0">
                <a:latin typeface="Times New Roman" panose="02020603050405020304" pitchFamily="18" charset="0"/>
                <a:cs typeface="Times New Roman" panose="02020603050405020304" pitchFamily="18" charset="0"/>
              </a:endParaRPr>
            </a:p>
          </p:txBody>
        </p:sp>
        <p:sp>
          <p:nvSpPr>
            <p:cNvPr id="38" name="Text 8">
              <a:extLst>
                <a:ext uri="{FF2B5EF4-FFF2-40B4-BE49-F238E27FC236}">
                  <a16:creationId xmlns:a16="http://schemas.microsoft.com/office/drawing/2014/main" id="{01502373-AFB0-B06D-7A99-9750D7B08770}"/>
                </a:ext>
              </a:extLst>
            </p:cNvPr>
            <p:cNvSpPr/>
            <p:nvPr/>
          </p:nvSpPr>
          <p:spPr>
            <a:xfrm>
              <a:off x="672822" y="3990856"/>
              <a:ext cx="7798356" cy="236577"/>
            </a:xfrm>
            <a:prstGeom prst="rect">
              <a:avLst/>
            </a:prstGeom>
            <a:noFill/>
            <a:ln/>
          </p:spPr>
          <p:txBody>
            <a:bodyPr wrap="none" lIns="0" tIns="0" rIns="0" bIns="0" rtlCol="0" anchor="t"/>
            <a:lstStyle/>
            <a:p>
              <a:pPr marL="0" indent="0" algn="l">
                <a:lnSpc>
                  <a:spcPts val="1850"/>
                </a:lnSpc>
                <a:buNone/>
              </a:pPr>
              <a:r>
                <a:rPr lang="en-US" sz="1150" dirty="0">
                  <a:solidFill>
                    <a:srgbClr val="272525"/>
                  </a:solidFill>
                  <a:latin typeface="Times New Roman" panose="02020603050405020304" pitchFamily="18" charset="0"/>
                  <a:ea typeface="Inter" pitchFamily="34" charset="-122"/>
                  <a:cs typeface="Times New Roman" panose="02020603050405020304" pitchFamily="18" charset="0"/>
                </a:rPr>
                <a:t>Import data and verify successful loading across all required sources</a:t>
              </a:r>
              <a:endParaRPr lang="en-US" sz="1150" dirty="0">
                <a:latin typeface="Times New Roman" panose="02020603050405020304" pitchFamily="18" charset="0"/>
                <a:cs typeface="Times New Roman" panose="02020603050405020304" pitchFamily="18" charset="0"/>
              </a:endParaRPr>
            </a:p>
          </p:txBody>
        </p:sp>
        <p:sp>
          <p:nvSpPr>
            <p:cNvPr id="39" name="Shape 9">
              <a:extLst>
                <a:ext uri="{FF2B5EF4-FFF2-40B4-BE49-F238E27FC236}">
                  <a16:creationId xmlns:a16="http://schemas.microsoft.com/office/drawing/2014/main" id="{436DAE1C-F0EF-B05F-A358-C305F517FF58}"/>
                </a:ext>
              </a:extLst>
            </p:cNvPr>
            <p:cNvSpPr/>
            <p:nvPr/>
          </p:nvSpPr>
          <p:spPr>
            <a:xfrm>
              <a:off x="517446" y="4530566"/>
              <a:ext cx="8109109" cy="1458278"/>
            </a:xfrm>
            <a:prstGeom prst="roundRect">
              <a:avLst>
                <a:gd name="adj" fmla="val 4259"/>
              </a:avLst>
            </a:prstGeom>
            <a:solidFill>
              <a:srgbClr val="DADBF1"/>
            </a:solidFill>
            <a:ln w="7620">
              <a:solidFill>
                <a:srgbClr val="C0C1D7"/>
              </a:solidFill>
              <a:prstDash val="solid"/>
            </a:ln>
          </p:spPr>
        </p:sp>
        <p:sp>
          <p:nvSpPr>
            <p:cNvPr id="40" name="Shape 10">
              <a:extLst>
                <a:ext uri="{FF2B5EF4-FFF2-40B4-BE49-F238E27FC236}">
                  <a16:creationId xmlns:a16="http://schemas.microsoft.com/office/drawing/2014/main" id="{977B9C16-6CF2-B174-6A1A-E3A385ECDD18}"/>
                </a:ext>
              </a:extLst>
            </p:cNvPr>
            <p:cNvSpPr/>
            <p:nvPr/>
          </p:nvSpPr>
          <p:spPr>
            <a:xfrm>
              <a:off x="672822" y="4685943"/>
              <a:ext cx="443508" cy="443508"/>
            </a:xfrm>
            <a:prstGeom prst="roundRect">
              <a:avLst>
                <a:gd name="adj" fmla="val 20615379"/>
              </a:avLst>
            </a:prstGeom>
            <a:solidFill>
              <a:srgbClr val="4950BC"/>
            </a:solidFill>
            <a:ln/>
          </p:spPr>
        </p:sp>
        <p:pic>
          <p:nvPicPr>
            <p:cNvPr id="41" name="Image 3" descr="preencoded.png">
              <a:extLst>
                <a:ext uri="{FF2B5EF4-FFF2-40B4-BE49-F238E27FC236}">
                  <a16:creationId xmlns:a16="http://schemas.microsoft.com/office/drawing/2014/main" id="{EE9B6DF4-DFC7-DD4E-AF22-6944C71A016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94742" y="4807863"/>
              <a:ext cx="199549" cy="199549"/>
            </a:xfrm>
            <a:prstGeom prst="rect">
              <a:avLst/>
            </a:prstGeom>
          </p:spPr>
        </p:pic>
        <p:sp>
          <p:nvSpPr>
            <p:cNvPr id="42" name="Text 11">
              <a:extLst>
                <a:ext uri="{FF2B5EF4-FFF2-40B4-BE49-F238E27FC236}">
                  <a16:creationId xmlns:a16="http://schemas.microsoft.com/office/drawing/2014/main" id="{DA062356-D881-963C-8EE0-B0058C6F5CAD}"/>
                </a:ext>
              </a:extLst>
            </p:cNvPr>
            <p:cNvSpPr/>
            <p:nvPr/>
          </p:nvSpPr>
          <p:spPr>
            <a:xfrm>
              <a:off x="672822" y="5277207"/>
              <a:ext cx="1848326" cy="230981"/>
            </a:xfrm>
            <a:prstGeom prst="rect">
              <a:avLst/>
            </a:prstGeom>
            <a:noFill/>
            <a:ln/>
          </p:spPr>
          <p:txBody>
            <a:bodyPr wrap="none" lIns="0" tIns="0" rIns="0" bIns="0" rtlCol="0" anchor="t"/>
            <a:lstStyle/>
            <a:p>
              <a:pPr marL="0" indent="0" algn="l">
                <a:lnSpc>
                  <a:spcPts val="1800"/>
                </a:lnSpc>
                <a:buNone/>
              </a:pPr>
              <a:r>
                <a:rPr lang="en-US" sz="1450" b="1" dirty="0">
                  <a:solidFill>
                    <a:srgbClr val="272525"/>
                  </a:solidFill>
                  <a:latin typeface="Times New Roman" panose="02020603050405020304" pitchFamily="18" charset="0"/>
                  <a:ea typeface="Inter Bold" pitchFamily="34" charset="-122"/>
                  <a:cs typeface="Times New Roman" panose="02020603050405020304" pitchFamily="18" charset="0"/>
                </a:rPr>
                <a:t>Explore Schema</a:t>
              </a:r>
              <a:endParaRPr lang="en-US" sz="1450" dirty="0">
                <a:latin typeface="Times New Roman" panose="02020603050405020304" pitchFamily="18" charset="0"/>
                <a:cs typeface="Times New Roman" panose="02020603050405020304" pitchFamily="18" charset="0"/>
              </a:endParaRPr>
            </a:p>
          </p:txBody>
        </p:sp>
        <p:sp>
          <p:nvSpPr>
            <p:cNvPr id="43" name="Text 12">
              <a:extLst>
                <a:ext uri="{FF2B5EF4-FFF2-40B4-BE49-F238E27FC236}">
                  <a16:creationId xmlns:a16="http://schemas.microsoft.com/office/drawing/2014/main" id="{FFC41FC7-8444-AA36-C3FC-7F2B51C9E91D}"/>
                </a:ext>
              </a:extLst>
            </p:cNvPr>
            <p:cNvSpPr/>
            <p:nvPr/>
          </p:nvSpPr>
          <p:spPr>
            <a:xfrm>
              <a:off x="672822" y="5596890"/>
              <a:ext cx="7798356" cy="236577"/>
            </a:xfrm>
            <a:prstGeom prst="rect">
              <a:avLst/>
            </a:prstGeom>
            <a:noFill/>
            <a:ln/>
          </p:spPr>
          <p:txBody>
            <a:bodyPr wrap="none" lIns="0" tIns="0" rIns="0" bIns="0" rtlCol="0" anchor="t"/>
            <a:lstStyle/>
            <a:p>
              <a:pPr marL="0" indent="0" algn="l">
                <a:lnSpc>
                  <a:spcPts val="1850"/>
                </a:lnSpc>
                <a:buNone/>
              </a:pPr>
              <a:r>
                <a:rPr lang="en-US" sz="1150" dirty="0">
                  <a:solidFill>
                    <a:srgbClr val="272525"/>
                  </a:solidFill>
                  <a:latin typeface="Times New Roman" panose="02020603050405020304" pitchFamily="18" charset="0"/>
                  <a:ea typeface="Inter" pitchFamily="34" charset="-122"/>
                  <a:cs typeface="Times New Roman" panose="02020603050405020304" pitchFamily="18" charset="0"/>
                </a:rPr>
                <a:t>Analyze structure, data types, and relationships between variables</a:t>
              </a:r>
              <a:endParaRPr lang="en-US" sz="1150" dirty="0">
                <a:latin typeface="Times New Roman" panose="02020603050405020304" pitchFamily="18" charset="0"/>
                <a:cs typeface="Times New Roman" panose="02020603050405020304" pitchFamily="18" charset="0"/>
              </a:endParaRPr>
            </a:p>
          </p:txBody>
        </p:sp>
        <p:sp>
          <p:nvSpPr>
            <p:cNvPr id="44" name="Shape 13">
              <a:extLst>
                <a:ext uri="{FF2B5EF4-FFF2-40B4-BE49-F238E27FC236}">
                  <a16:creationId xmlns:a16="http://schemas.microsoft.com/office/drawing/2014/main" id="{F8A939B2-0AFF-BC0E-CDFE-EA3AB1D7001A}"/>
                </a:ext>
              </a:extLst>
            </p:cNvPr>
            <p:cNvSpPr/>
            <p:nvPr/>
          </p:nvSpPr>
          <p:spPr>
            <a:xfrm>
              <a:off x="517446" y="6136600"/>
              <a:ext cx="8109109" cy="1458278"/>
            </a:xfrm>
            <a:prstGeom prst="roundRect">
              <a:avLst>
                <a:gd name="adj" fmla="val 4259"/>
              </a:avLst>
            </a:prstGeom>
            <a:solidFill>
              <a:srgbClr val="DADBF1"/>
            </a:solidFill>
            <a:ln w="7620">
              <a:solidFill>
                <a:srgbClr val="C0C1D7"/>
              </a:solidFill>
              <a:prstDash val="solid"/>
            </a:ln>
          </p:spPr>
        </p:sp>
        <p:sp>
          <p:nvSpPr>
            <p:cNvPr id="45" name="Shape 14">
              <a:extLst>
                <a:ext uri="{FF2B5EF4-FFF2-40B4-BE49-F238E27FC236}">
                  <a16:creationId xmlns:a16="http://schemas.microsoft.com/office/drawing/2014/main" id="{B4D4D6B8-A0D6-AE00-D36A-B9B6B497FDC4}"/>
                </a:ext>
              </a:extLst>
            </p:cNvPr>
            <p:cNvSpPr/>
            <p:nvPr/>
          </p:nvSpPr>
          <p:spPr>
            <a:xfrm>
              <a:off x="672822" y="6291977"/>
              <a:ext cx="443508" cy="443508"/>
            </a:xfrm>
            <a:prstGeom prst="roundRect">
              <a:avLst>
                <a:gd name="adj" fmla="val 20615379"/>
              </a:avLst>
            </a:prstGeom>
            <a:solidFill>
              <a:srgbClr val="4950BC"/>
            </a:solidFill>
            <a:ln/>
          </p:spPr>
        </p:sp>
        <p:pic>
          <p:nvPicPr>
            <p:cNvPr id="46" name="Image 4" descr="preencoded.png">
              <a:extLst>
                <a:ext uri="{FF2B5EF4-FFF2-40B4-BE49-F238E27FC236}">
                  <a16:creationId xmlns:a16="http://schemas.microsoft.com/office/drawing/2014/main" id="{CEE7F889-E39B-04B0-35BA-0C92F9D6F459}"/>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94742" y="6413897"/>
              <a:ext cx="199549" cy="199549"/>
            </a:xfrm>
            <a:prstGeom prst="rect">
              <a:avLst/>
            </a:prstGeom>
          </p:spPr>
        </p:pic>
        <p:sp>
          <p:nvSpPr>
            <p:cNvPr id="47" name="Text 15">
              <a:extLst>
                <a:ext uri="{FF2B5EF4-FFF2-40B4-BE49-F238E27FC236}">
                  <a16:creationId xmlns:a16="http://schemas.microsoft.com/office/drawing/2014/main" id="{3AF8052B-8F0C-6E53-38F6-F654B67B8F9B}"/>
                </a:ext>
              </a:extLst>
            </p:cNvPr>
            <p:cNvSpPr/>
            <p:nvPr/>
          </p:nvSpPr>
          <p:spPr>
            <a:xfrm>
              <a:off x="672822" y="6883241"/>
              <a:ext cx="1848326" cy="230981"/>
            </a:xfrm>
            <a:prstGeom prst="rect">
              <a:avLst/>
            </a:prstGeom>
            <a:noFill/>
            <a:ln/>
          </p:spPr>
          <p:txBody>
            <a:bodyPr wrap="none" lIns="0" tIns="0" rIns="0" bIns="0" rtlCol="0" anchor="t"/>
            <a:lstStyle/>
            <a:p>
              <a:pPr marL="0" indent="0" algn="l">
                <a:lnSpc>
                  <a:spcPts val="1800"/>
                </a:lnSpc>
                <a:buNone/>
              </a:pPr>
              <a:r>
                <a:rPr lang="en-US" sz="1450" b="1" dirty="0">
                  <a:solidFill>
                    <a:srgbClr val="272525"/>
                  </a:solidFill>
                  <a:latin typeface="Times New Roman" panose="02020603050405020304" pitchFamily="18" charset="0"/>
                  <a:ea typeface="Inter Bold" pitchFamily="34" charset="-122"/>
                  <a:cs typeface="Times New Roman" panose="02020603050405020304" pitchFamily="18" charset="0"/>
                </a:rPr>
                <a:t>Quality Check</a:t>
              </a:r>
              <a:endParaRPr lang="en-US" sz="1450" dirty="0">
                <a:latin typeface="Times New Roman" panose="02020603050405020304" pitchFamily="18" charset="0"/>
                <a:cs typeface="Times New Roman" panose="02020603050405020304" pitchFamily="18" charset="0"/>
              </a:endParaRPr>
            </a:p>
          </p:txBody>
        </p:sp>
        <p:sp>
          <p:nvSpPr>
            <p:cNvPr id="48" name="Text 16">
              <a:extLst>
                <a:ext uri="{FF2B5EF4-FFF2-40B4-BE49-F238E27FC236}">
                  <a16:creationId xmlns:a16="http://schemas.microsoft.com/office/drawing/2014/main" id="{6B8DC193-AA6F-722F-ECE9-5C5C56744BAC}"/>
                </a:ext>
              </a:extLst>
            </p:cNvPr>
            <p:cNvSpPr/>
            <p:nvPr/>
          </p:nvSpPr>
          <p:spPr>
            <a:xfrm>
              <a:off x="672822" y="7202924"/>
              <a:ext cx="7798356" cy="236577"/>
            </a:xfrm>
            <a:prstGeom prst="rect">
              <a:avLst/>
            </a:prstGeom>
            <a:noFill/>
            <a:ln/>
          </p:spPr>
          <p:txBody>
            <a:bodyPr wrap="none" lIns="0" tIns="0" rIns="0" bIns="0" rtlCol="0" anchor="t"/>
            <a:lstStyle/>
            <a:p>
              <a:pPr marL="0" indent="0" algn="l">
                <a:lnSpc>
                  <a:spcPts val="1850"/>
                </a:lnSpc>
                <a:buNone/>
              </a:pPr>
              <a:r>
                <a:rPr lang="en-US" sz="1150" dirty="0">
                  <a:solidFill>
                    <a:srgbClr val="272525"/>
                  </a:solidFill>
                  <a:latin typeface="Times New Roman" panose="02020603050405020304" pitchFamily="18" charset="0"/>
                  <a:ea typeface="Inter" pitchFamily="34" charset="-122"/>
                  <a:cs typeface="Times New Roman" panose="02020603050405020304" pitchFamily="18" charset="0"/>
                </a:rPr>
                <a:t>Identify null values, outliers, and potential data quality issues</a:t>
              </a:r>
              <a:endParaRPr lang="en-US" sz="1150" dirty="0">
                <a:latin typeface="Times New Roman" panose="02020603050405020304" pitchFamily="18" charset="0"/>
                <a:cs typeface="Times New Roman" panose="02020603050405020304" pitchFamily="18" charset="0"/>
              </a:endParaRPr>
            </a:p>
          </p:txBody>
        </p:sp>
        <p:pic>
          <p:nvPicPr>
            <p:cNvPr id="52" name="Picture 51">
              <a:extLst>
                <a:ext uri="{FF2B5EF4-FFF2-40B4-BE49-F238E27FC236}">
                  <a16:creationId xmlns:a16="http://schemas.microsoft.com/office/drawing/2014/main" id="{97E3E6FD-86E0-9EF3-A578-F10B6F783DE9}"/>
                </a:ext>
              </a:extLst>
            </p:cNvPr>
            <p:cNvPicPr>
              <a:picLocks noChangeAspect="1"/>
            </p:cNvPicPr>
            <p:nvPr/>
          </p:nvPicPr>
          <p:blipFill>
            <a:blip r:embed="rId10"/>
            <a:stretch>
              <a:fillRect/>
            </a:stretch>
          </p:blipFill>
          <p:spPr>
            <a:xfrm>
              <a:off x="8980989" y="1318498"/>
              <a:ext cx="4696480" cy="5948144"/>
            </a:xfrm>
            <a:prstGeom prst="rect">
              <a:avLst/>
            </a:prstGeom>
          </p:spPr>
        </p:pic>
      </p:grpSp>
    </p:spTree>
    <p:extLst>
      <p:ext uri="{BB962C8B-B14F-4D97-AF65-F5344CB8AC3E}">
        <p14:creationId xmlns:p14="http://schemas.microsoft.com/office/powerpoint/2010/main" val="38914065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50C64340-F798-8AB9-37C0-A532A4E369FD}"/>
              </a:ext>
            </a:extLst>
          </p:cNvPr>
          <p:cNvGrpSpPr/>
          <p:nvPr/>
        </p:nvGrpSpPr>
        <p:grpSpPr>
          <a:xfrm>
            <a:off x="0" y="261024"/>
            <a:ext cx="12136615" cy="6216464"/>
            <a:chOff x="552806" y="632267"/>
            <a:chExt cx="13579318" cy="7285764"/>
          </a:xfrm>
        </p:grpSpPr>
        <p:sp>
          <p:nvSpPr>
            <p:cNvPr id="3" name="Text 0">
              <a:extLst>
                <a:ext uri="{FF2B5EF4-FFF2-40B4-BE49-F238E27FC236}">
                  <a16:creationId xmlns:a16="http://schemas.microsoft.com/office/drawing/2014/main" id="{61CA48E9-B042-A79D-4650-B87F8561842A}"/>
                </a:ext>
              </a:extLst>
            </p:cNvPr>
            <p:cNvSpPr/>
            <p:nvPr/>
          </p:nvSpPr>
          <p:spPr>
            <a:xfrm>
              <a:off x="5984677" y="739497"/>
              <a:ext cx="8092916" cy="444937"/>
            </a:xfrm>
            <a:prstGeom prst="rect">
              <a:avLst/>
            </a:prstGeom>
            <a:noFill/>
            <a:ln/>
          </p:spPr>
          <p:txBody>
            <a:bodyPr wrap="none" lIns="0" tIns="0" rIns="0" bIns="0" rtlCol="0" anchor="t"/>
            <a:lstStyle/>
            <a:p>
              <a:pPr marL="0" indent="0" algn="l">
                <a:lnSpc>
                  <a:spcPts val="3500"/>
                </a:lnSpc>
                <a:buNone/>
              </a:pPr>
              <a:r>
                <a:rPr lang="en-US" sz="2800" b="1" dirty="0">
                  <a:solidFill>
                    <a:srgbClr val="000000"/>
                  </a:solidFill>
                  <a:latin typeface="Times New Roman" panose="02020603050405020304" pitchFamily="18" charset="0"/>
                  <a:ea typeface="Inter Bold" pitchFamily="34" charset="-122"/>
                  <a:cs typeface="Times New Roman" panose="02020603050405020304" pitchFamily="18" charset="0"/>
                </a:rPr>
                <a:t>Week 2 Focus: Feature Engineering Excellence</a:t>
              </a:r>
              <a:endParaRPr lang="en-US" sz="2800" dirty="0">
                <a:latin typeface="Times New Roman" panose="02020603050405020304" pitchFamily="18" charset="0"/>
                <a:cs typeface="Times New Roman" panose="02020603050405020304" pitchFamily="18" charset="0"/>
              </a:endParaRPr>
            </a:p>
          </p:txBody>
        </p:sp>
        <p:sp>
          <p:nvSpPr>
            <p:cNvPr id="4" name="Text 1">
              <a:extLst>
                <a:ext uri="{FF2B5EF4-FFF2-40B4-BE49-F238E27FC236}">
                  <a16:creationId xmlns:a16="http://schemas.microsoft.com/office/drawing/2014/main" id="{21394B3E-4571-DC09-48A1-893B9C314A5A}"/>
                </a:ext>
              </a:extLst>
            </p:cNvPr>
            <p:cNvSpPr/>
            <p:nvPr/>
          </p:nvSpPr>
          <p:spPr>
            <a:xfrm>
              <a:off x="5984677" y="1397913"/>
              <a:ext cx="8147447" cy="455533"/>
            </a:xfrm>
            <a:prstGeom prst="rect">
              <a:avLst/>
            </a:prstGeom>
            <a:noFill/>
            <a:ln/>
          </p:spPr>
          <p:txBody>
            <a:bodyPr wrap="square" lIns="0" tIns="0" rIns="0" bIns="0" rtlCol="0" anchor="t"/>
            <a:lstStyle/>
            <a:p>
              <a:pPr marL="0" indent="0" algn="l">
                <a:lnSpc>
                  <a:spcPts val="1750"/>
                </a:lnSpc>
                <a:buNone/>
              </a:pPr>
              <a:r>
                <a:rPr lang="en-US" sz="1100" dirty="0">
                  <a:solidFill>
                    <a:srgbClr val="272525"/>
                  </a:solidFill>
                  <a:latin typeface="Times New Roman" panose="02020603050405020304" pitchFamily="18" charset="0"/>
                  <a:ea typeface="Inter" pitchFamily="34" charset="-122"/>
                  <a:cs typeface="Times New Roman" panose="02020603050405020304" pitchFamily="18" charset="0"/>
                </a:rPr>
                <a:t>Transform raw variables into meaningful analytical dimensions that unlock deeper insights and enable sophisticated segmentation strategies.</a:t>
              </a:r>
              <a:endParaRPr lang="en-US" sz="1100" dirty="0">
                <a:latin typeface="Times New Roman" panose="02020603050405020304" pitchFamily="18" charset="0"/>
                <a:cs typeface="Times New Roman" panose="02020603050405020304" pitchFamily="18" charset="0"/>
              </a:endParaRPr>
            </a:p>
          </p:txBody>
        </p:sp>
        <p:sp>
          <p:nvSpPr>
            <p:cNvPr id="5" name="Shape 2">
              <a:extLst>
                <a:ext uri="{FF2B5EF4-FFF2-40B4-BE49-F238E27FC236}">
                  <a16:creationId xmlns:a16="http://schemas.microsoft.com/office/drawing/2014/main" id="{3657C8B9-4FEA-8E36-8FA1-45D59BBC9D88}"/>
                </a:ext>
              </a:extLst>
            </p:cNvPr>
            <p:cNvSpPr/>
            <p:nvPr/>
          </p:nvSpPr>
          <p:spPr>
            <a:xfrm>
              <a:off x="5984677" y="2227064"/>
              <a:ext cx="8147447" cy="1048941"/>
            </a:xfrm>
            <a:prstGeom prst="roundRect">
              <a:avLst>
                <a:gd name="adj" fmla="val 6974"/>
              </a:avLst>
            </a:prstGeom>
            <a:solidFill>
              <a:srgbClr val="FFFFFF"/>
            </a:solidFill>
            <a:ln/>
          </p:spPr>
        </p:sp>
        <p:sp>
          <p:nvSpPr>
            <p:cNvPr id="6" name="Shape 3">
              <a:extLst>
                <a:ext uri="{FF2B5EF4-FFF2-40B4-BE49-F238E27FC236}">
                  <a16:creationId xmlns:a16="http://schemas.microsoft.com/office/drawing/2014/main" id="{E027808D-F473-F942-CCFA-AEAEC13F1E01}"/>
                </a:ext>
              </a:extLst>
            </p:cNvPr>
            <p:cNvSpPr/>
            <p:nvPr/>
          </p:nvSpPr>
          <p:spPr>
            <a:xfrm>
              <a:off x="5984677" y="2211824"/>
              <a:ext cx="8147447" cy="60960"/>
            </a:xfrm>
            <a:prstGeom prst="roundRect">
              <a:avLst>
                <a:gd name="adj" fmla="val 98105"/>
              </a:avLst>
            </a:prstGeom>
            <a:solidFill>
              <a:srgbClr val="4950BC"/>
            </a:solidFill>
            <a:ln/>
          </p:spPr>
        </p:sp>
        <p:sp>
          <p:nvSpPr>
            <p:cNvPr id="7" name="Shape 4">
              <a:extLst>
                <a:ext uri="{FF2B5EF4-FFF2-40B4-BE49-F238E27FC236}">
                  <a16:creationId xmlns:a16="http://schemas.microsoft.com/office/drawing/2014/main" id="{5B502513-6C19-B724-79C4-9054956B5854}"/>
                </a:ext>
              </a:extLst>
            </p:cNvPr>
            <p:cNvSpPr/>
            <p:nvPr/>
          </p:nvSpPr>
          <p:spPr>
            <a:xfrm>
              <a:off x="9844861" y="2013585"/>
              <a:ext cx="427077" cy="427077"/>
            </a:xfrm>
            <a:prstGeom prst="roundRect">
              <a:avLst>
                <a:gd name="adj" fmla="val 214107"/>
              </a:avLst>
            </a:prstGeom>
            <a:solidFill>
              <a:srgbClr val="4950BC"/>
            </a:solidFill>
            <a:ln/>
          </p:spPr>
        </p:sp>
        <p:sp>
          <p:nvSpPr>
            <p:cNvPr id="8" name="Text 5">
              <a:extLst>
                <a:ext uri="{FF2B5EF4-FFF2-40B4-BE49-F238E27FC236}">
                  <a16:creationId xmlns:a16="http://schemas.microsoft.com/office/drawing/2014/main" id="{F7E621EE-623E-5EE8-5514-2EA53959E201}"/>
                </a:ext>
              </a:extLst>
            </p:cNvPr>
            <p:cNvSpPr/>
            <p:nvPr/>
          </p:nvSpPr>
          <p:spPr>
            <a:xfrm>
              <a:off x="9972973" y="2120384"/>
              <a:ext cx="170855" cy="213479"/>
            </a:xfrm>
            <a:prstGeom prst="rect">
              <a:avLst/>
            </a:prstGeom>
            <a:noFill/>
            <a:ln/>
          </p:spPr>
          <p:txBody>
            <a:bodyPr wrap="none" lIns="0" tIns="0" rIns="0" bIns="0" rtlCol="0" anchor="t"/>
            <a:lstStyle/>
            <a:p>
              <a:pPr marL="0" indent="0" algn="l">
                <a:lnSpc>
                  <a:spcPts val="2150"/>
                </a:lnSpc>
                <a:buNone/>
              </a:pPr>
              <a:r>
                <a:rPr lang="en-US" sz="1300" b="1" dirty="0">
                  <a:solidFill>
                    <a:srgbClr val="FFFFFF"/>
                  </a:solidFill>
                  <a:latin typeface="Times New Roman" panose="02020603050405020304" pitchFamily="18" charset="0"/>
                  <a:ea typeface="Inter Bold" pitchFamily="34" charset="-122"/>
                  <a:cs typeface="Times New Roman" panose="02020603050405020304" pitchFamily="18" charset="0"/>
                </a:rPr>
                <a:t>1</a:t>
              </a:r>
              <a:endParaRPr lang="en-US" sz="1300" dirty="0">
                <a:latin typeface="Times New Roman" panose="02020603050405020304" pitchFamily="18" charset="0"/>
                <a:cs typeface="Times New Roman" panose="02020603050405020304" pitchFamily="18" charset="0"/>
              </a:endParaRPr>
            </a:p>
          </p:txBody>
        </p:sp>
        <p:sp>
          <p:nvSpPr>
            <p:cNvPr id="9" name="Text 6">
              <a:extLst>
                <a:ext uri="{FF2B5EF4-FFF2-40B4-BE49-F238E27FC236}">
                  <a16:creationId xmlns:a16="http://schemas.microsoft.com/office/drawing/2014/main" id="{0A217F45-8746-40D2-5284-867F341BB787}"/>
                </a:ext>
              </a:extLst>
            </p:cNvPr>
            <p:cNvSpPr/>
            <p:nvPr/>
          </p:nvSpPr>
          <p:spPr>
            <a:xfrm>
              <a:off x="6142196" y="2582942"/>
              <a:ext cx="2156341" cy="222409"/>
            </a:xfrm>
            <a:prstGeom prst="rect">
              <a:avLst/>
            </a:prstGeom>
            <a:noFill/>
            <a:ln/>
          </p:spPr>
          <p:txBody>
            <a:bodyPr wrap="none" lIns="0" tIns="0" rIns="0" bIns="0" rtlCol="0" anchor="t"/>
            <a:lstStyle/>
            <a:p>
              <a:pPr marL="0" indent="0" algn="l">
                <a:lnSpc>
                  <a:spcPts val="1750"/>
                </a:lnSpc>
                <a:buNone/>
              </a:pPr>
              <a:r>
                <a:rPr lang="en-US" sz="1400" b="1" dirty="0">
                  <a:solidFill>
                    <a:srgbClr val="272525"/>
                  </a:solidFill>
                  <a:latin typeface="Times New Roman" panose="02020603050405020304" pitchFamily="18" charset="0"/>
                  <a:ea typeface="Inter Bold" pitchFamily="34" charset="-122"/>
                  <a:cs typeface="Times New Roman" panose="02020603050405020304" pitchFamily="18" charset="0"/>
                </a:rPr>
                <a:t>Missing Value Treatment</a:t>
              </a:r>
              <a:endParaRPr lang="en-US" sz="1400" dirty="0">
                <a:latin typeface="Times New Roman" panose="02020603050405020304" pitchFamily="18" charset="0"/>
                <a:cs typeface="Times New Roman" panose="02020603050405020304" pitchFamily="18" charset="0"/>
              </a:endParaRPr>
            </a:p>
          </p:txBody>
        </p:sp>
        <p:sp>
          <p:nvSpPr>
            <p:cNvPr id="10" name="Text 7">
              <a:extLst>
                <a:ext uri="{FF2B5EF4-FFF2-40B4-BE49-F238E27FC236}">
                  <a16:creationId xmlns:a16="http://schemas.microsoft.com/office/drawing/2014/main" id="{C53CE5A5-C79E-6FDB-D2A1-0A0EB83207CD}"/>
                </a:ext>
              </a:extLst>
            </p:cNvPr>
            <p:cNvSpPr/>
            <p:nvPr/>
          </p:nvSpPr>
          <p:spPr>
            <a:xfrm>
              <a:off x="6142196" y="2890718"/>
              <a:ext cx="7832408" cy="227767"/>
            </a:xfrm>
            <a:prstGeom prst="rect">
              <a:avLst/>
            </a:prstGeom>
            <a:noFill/>
            <a:ln/>
          </p:spPr>
          <p:txBody>
            <a:bodyPr wrap="none" lIns="0" tIns="0" rIns="0" bIns="0" rtlCol="0" anchor="t"/>
            <a:lstStyle/>
            <a:p>
              <a:pPr marL="0" indent="0" algn="l">
                <a:lnSpc>
                  <a:spcPts val="1750"/>
                </a:lnSpc>
                <a:buNone/>
              </a:pPr>
              <a:r>
                <a:rPr lang="en-US" sz="1100" dirty="0">
                  <a:solidFill>
                    <a:srgbClr val="272525"/>
                  </a:solidFill>
                  <a:latin typeface="Times New Roman" panose="02020603050405020304" pitchFamily="18" charset="0"/>
                  <a:ea typeface="Inter" pitchFamily="34" charset="-122"/>
                  <a:cs typeface="Times New Roman" panose="02020603050405020304" pitchFamily="18" charset="0"/>
                </a:rPr>
                <a:t>Apply imputation strategies or exclusion rules based on data missingness patterns and business logic</a:t>
              </a:r>
              <a:endParaRPr lang="en-US" sz="1100" dirty="0">
                <a:latin typeface="Times New Roman" panose="02020603050405020304" pitchFamily="18" charset="0"/>
                <a:cs typeface="Times New Roman" panose="02020603050405020304" pitchFamily="18" charset="0"/>
              </a:endParaRPr>
            </a:p>
          </p:txBody>
        </p:sp>
        <p:sp>
          <p:nvSpPr>
            <p:cNvPr id="11" name="Shape 8">
              <a:extLst>
                <a:ext uri="{FF2B5EF4-FFF2-40B4-BE49-F238E27FC236}">
                  <a16:creationId xmlns:a16="http://schemas.microsoft.com/office/drawing/2014/main" id="{7393B726-689C-3FFD-A706-9F73A4A65F21}"/>
                </a:ext>
              </a:extLst>
            </p:cNvPr>
            <p:cNvSpPr/>
            <p:nvPr/>
          </p:nvSpPr>
          <p:spPr>
            <a:xfrm>
              <a:off x="5984677" y="3631763"/>
              <a:ext cx="8147447" cy="1048941"/>
            </a:xfrm>
            <a:prstGeom prst="roundRect">
              <a:avLst>
                <a:gd name="adj" fmla="val 6974"/>
              </a:avLst>
            </a:prstGeom>
            <a:solidFill>
              <a:srgbClr val="FFFFFF"/>
            </a:solidFill>
            <a:ln/>
          </p:spPr>
        </p:sp>
        <p:sp>
          <p:nvSpPr>
            <p:cNvPr id="12" name="Shape 9">
              <a:extLst>
                <a:ext uri="{FF2B5EF4-FFF2-40B4-BE49-F238E27FC236}">
                  <a16:creationId xmlns:a16="http://schemas.microsoft.com/office/drawing/2014/main" id="{3131E264-784E-3313-736F-CF855E11E05E}"/>
                </a:ext>
              </a:extLst>
            </p:cNvPr>
            <p:cNvSpPr/>
            <p:nvPr/>
          </p:nvSpPr>
          <p:spPr>
            <a:xfrm>
              <a:off x="5984677" y="3616523"/>
              <a:ext cx="8147447" cy="60960"/>
            </a:xfrm>
            <a:prstGeom prst="roundRect">
              <a:avLst>
                <a:gd name="adj" fmla="val 98105"/>
              </a:avLst>
            </a:prstGeom>
            <a:solidFill>
              <a:srgbClr val="4950BC"/>
            </a:solidFill>
            <a:ln/>
          </p:spPr>
        </p:sp>
        <p:sp>
          <p:nvSpPr>
            <p:cNvPr id="13" name="Shape 10">
              <a:extLst>
                <a:ext uri="{FF2B5EF4-FFF2-40B4-BE49-F238E27FC236}">
                  <a16:creationId xmlns:a16="http://schemas.microsoft.com/office/drawing/2014/main" id="{2A56AA61-A0D4-BE8B-52FE-E6E1B82A1834}"/>
                </a:ext>
              </a:extLst>
            </p:cNvPr>
            <p:cNvSpPr/>
            <p:nvPr/>
          </p:nvSpPr>
          <p:spPr>
            <a:xfrm>
              <a:off x="9844861" y="3418284"/>
              <a:ext cx="427077" cy="427077"/>
            </a:xfrm>
            <a:prstGeom prst="roundRect">
              <a:avLst>
                <a:gd name="adj" fmla="val 214107"/>
              </a:avLst>
            </a:prstGeom>
            <a:solidFill>
              <a:srgbClr val="4950BC"/>
            </a:solidFill>
            <a:ln/>
          </p:spPr>
        </p:sp>
        <p:sp>
          <p:nvSpPr>
            <p:cNvPr id="14" name="Text 11">
              <a:extLst>
                <a:ext uri="{FF2B5EF4-FFF2-40B4-BE49-F238E27FC236}">
                  <a16:creationId xmlns:a16="http://schemas.microsoft.com/office/drawing/2014/main" id="{23D7A362-4A32-F2B9-D96E-AC2DED47A056}"/>
                </a:ext>
              </a:extLst>
            </p:cNvPr>
            <p:cNvSpPr/>
            <p:nvPr/>
          </p:nvSpPr>
          <p:spPr>
            <a:xfrm>
              <a:off x="9972973" y="3525083"/>
              <a:ext cx="170855" cy="213479"/>
            </a:xfrm>
            <a:prstGeom prst="rect">
              <a:avLst/>
            </a:prstGeom>
            <a:noFill/>
            <a:ln/>
          </p:spPr>
          <p:txBody>
            <a:bodyPr wrap="none" lIns="0" tIns="0" rIns="0" bIns="0" rtlCol="0" anchor="t"/>
            <a:lstStyle/>
            <a:p>
              <a:pPr marL="0" indent="0" algn="l">
                <a:lnSpc>
                  <a:spcPts val="2150"/>
                </a:lnSpc>
                <a:buNone/>
              </a:pPr>
              <a:r>
                <a:rPr lang="en-US" sz="1300" b="1" dirty="0">
                  <a:solidFill>
                    <a:srgbClr val="FFFFFF"/>
                  </a:solidFill>
                  <a:latin typeface="Times New Roman" panose="02020603050405020304" pitchFamily="18" charset="0"/>
                  <a:ea typeface="Inter Bold" pitchFamily="34" charset="-122"/>
                  <a:cs typeface="Times New Roman" panose="02020603050405020304" pitchFamily="18" charset="0"/>
                </a:rPr>
                <a:t>2</a:t>
              </a:r>
              <a:endParaRPr lang="en-US" sz="1300" dirty="0">
                <a:latin typeface="Times New Roman" panose="02020603050405020304" pitchFamily="18" charset="0"/>
                <a:cs typeface="Times New Roman" panose="02020603050405020304" pitchFamily="18" charset="0"/>
              </a:endParaRPr>
            </a:p>
          </p:txBody>
        </p:sp>
        <p:sp>
          <p:nvSpPr>
            <p:cNvPr id="15" name="Text 12">
              <a:extLst>
                <a:ext uri="{FF2B5EF4-FFF2-40B4-BE49-F238E27FC236}">
                  <a16:creationId xmlns:a16="http://schemas.microsoft.com/office/drawing/2014/main" id="{EA1FBB38-2B99-6C3B-AC90-EB3A50C6CAA2}"/>
                </a:ext>
              </a:extLst>
            </p:cNvPr>
            <p:cNvSpPr/>
            <p:nvPr/>
          </p:nvSpPr>
          <p:spPr>
            <a:xfrm>
              <a:off x="6142196" y="3987641"/>
              <a:ext cx="2228850" cy="222409"/>
            </a:xfrm>
            <a:prstGeom prst="rect">
              <a:avLst/>
            </a:prstGeom>
            <a:noFill/>
            <a:ln/>
          </p:spPr>
          <p:txBody>
            <a:bodyPr wrap="none" lIns="0" tIns="0" rIns="0" bIns="0" rtlCol="0" anchor="t"/>
            <a:lstStyle/>
            <a:p>
              <a:pPr marL="0" indent="0" algn="l">
                <a:lnSpc>
                  <a:spcPts val="1750"/>
                </a:lnSpc>
                <a:buNone/>
              </a:pPr>
              <a:r>
                <a:rPr lang="en-US" sz="1400" b="1" dirty="0">
                  <a:solidFill>
                    <a:srgbClr val="272525"/>
                  </a:solidFill>
                  <a:latin typeface="Times New Roman" panose="02020603050405020304" pitchFamily="18" charset="0"/>
                  <a:ea typeface="Inter Bold" pitchFamily="34" charset="-122"/>
                  <a:cs typeface="Times New Roman" panose="02020603050405020304" pitchFamily="18" charset="0"/>
                </a:rPr>
                <a:t>Category Standardization</a:t>
              </a:r>
              <a:endParaRPr lang="en-US" sz="1400" dirty="0">
                <a:latin typeface="Times New Roman" panose="02020603050405020304" pitchFamily="18" charset="0"/>
                <a:cs typeface="Times New Roman" panose="02020603050405020304" pitchFamily="18" charset="0"/>
              </a:endParaRPr>
            </a:p>
          </p:txBody>
        </p:sp>
        <p:sp>
          <p:nvSpPr>
            <p:cNvPr id="16" name="Text 13">
              <a:extLst>
                <a:ext uri="{FF2B5EF4-FFF2-40B4-BE49-F238E27FC236}">
                  <a16:creationId xmlns:a16="http://schemas.microsoft.com/office/drawing/2014/main" id="{3D37C693-09A6-4C23-8FF6-5AB8166B7FE2}"/>
                </a:ext>
              </a:extLst>
            </p:cNvPr>
            <p:cNvSpPr/>
            <p:nvPr/>
          </p:nvSpPr>
          <p:spPr>
            <a:xfrm>
              <a:off x="6142196" y="4295418"/>
              <a:ext cx="7832408" cy="227767"/>
            </a:xfrm>
            <a:prstGeom prst="rect">
              <a:avLst/>
            </a:prstGeom>
            <a:noFill/>
            <a:ln/>
          </p:spPr>
          <p:txBody>
            <a:bodyPr wrap="none" lIns="0" tIns="0" rIns="0" bIns="0" rtlCol="0" anchor="t"/>
            <a:lstStyle/>
            <a:p>
              <a:pPr marL="0" indent="0" algn="l">
                <a:lnSpc>
                  <a:spcPts val="1750"/>
                </a:lnSpc>
                <a:buNone/>
              </a:pPr>
              <a:r>
                <a:rPr lang="en-US" sz="1100" dirty="0">
                  <a:solidFill>
                    <a:srgbClr val="272525"/>
                  </a:solidFill>
                  <a:latin typeface="Times New Roman" panose="02020603050405020304" pitchFamily="18" charset="0"/>
                  <a:ea typeface="Inter" pitchFamily="34" charset="-122"/>
                  <a:cs typeface="Times New Roman" panose="02020603050405020304" pitchFamily="18" charset="0"/>
                </a:rPr>
                <a:t>Resolve inconsistent categorical values and establish uniform naming conventions</a:t>
              </a:r>
              <a:endParaRPr lang="en-US" sz="1100" dirty="0">
                <a:latin typeface="Times New Roman" panose="02020603050405020304" pitchFamily="18" charset="0"/>
                <a:cs typeface="Times New Roman" panose="02020603050405020304" pitchFamily="18" charset="0"/>
              </a:endParaRPr>
            </a:p>
          </p:txBody>
        </p:sp>
        <p:sp>
          <p:nvSpPr>
            <p:cNvPr id="17" name="Shape 14">
              <a:extLst>
                <a:ext uri="{FF2B5EF4-FFF2-40B4-BE49-F238E27FC236}">
                  <a16:creationId xmlns:a16="http://schemas.microsoft.com/office/drawing/2014/main" id="{1B4F2ED5-0DCF-F1D9-737E-1E62616CA4EC}"/>
                </a:ext>
              </a:extLst>
            </p:cNvPr>
            <p:cNvSpPr/>
            <p:nvPr/>
          </p:nvSpPr>
          <p:spPr>
            <a:xfrm>
              <a:off x="5984677" y="5036463"/>
              <a:ext cx="8147447" cy="1048941"/>
            </a:xfrm>
            <a:prstGeom prst="roundRect">
              <a:avLst>
                <a:gd name="adj" fmla="val 6974"/>
              </a:avLst>
            </a:prstGeom>
            <a:solidFill>
              <a:srgbClr val="FFFFFF"/>
            </a:solidFill>
            <a:ln/>
          </p:spPr>
        </p:sp>
        <p:sp>
          <p:nvSpPr>
            <p:cNvPr id="18" name="Shape 15">
              <a:extLst>
                <a:ext uri="{FF2B5EF4-FFF2-40B4-BE49-F238E27FC236}">
                  <a16:creationId xmlns:a16="http://schemas.microsoft.com/office/drawing/2014/main" id="{07CD45B0-DAA4-0F9C-E02C-45A9AF819A9E}"/>
                </a:ext>
              </a:extLst>
            </p:cNvPr>
            <p:cNvSpPr/>
            <p:nvPr/>
          </p:nvSpPr>
          <p:spPr>
            <a:xfrm>
              <a:off x="5984677" y="5021223"/>
              <a:ext cx="8147447" cy="60960"/>
            </a:xfrm>
            <a:prstGeom prst="roundRect">
              <a:avLst>
                <a:gd name="adj" fmla="val 98105"/>
              </a:avLst>
            </a:prstGeom>
            <a:solidFill>
              <a:srgbClr val="4950BC"/>
            </a:solidFill>
            <a:ln/>
          </p:spPr>
        </p:sp>
        <p:sp>
          <p:nvSpPr>
            <p:cNvPr id="19" name="Shape 16">
              <a:extLst>
                <a:ext uri="{FF2B5EF4-FFF2-40B4-BE49-F238E27FC236}">
                  <a16:creationId xmlns:a16="http://schemas.microsoft.com/office/drawing/2014/main" id="{3E37ED22-ED07-68E9-5F1A-1ECCE8AF253E}"/>
                </a:ext>
              </a:extLst>
            </p:cNvPr>
            <p:cNvSpPr/>
            <p:nvPr/>
          </p:nvSpPr>
          <p:spPr>
            <a:xfrm>
              <a:off x="9844861" y="4822984"/>
              <a:ext cx="427077" cy="427077"/>
            </a:xfrm>
            <a:prstGeom prst="roundRect">
              <a:avLst>
                <a:gd name="adj" fmla="val 214107"/>
              </a:avLst>
            </a:prstGeom>
            <a:solidFill>
              <a:srgbClr val="4950BC"/>
            </a:solidFill>
            <a:ln/>
          </p:spPr>
        </p:sp>
        <p:sp>
          <p:nvSpPr>
            <p:cNvPr id="20" name="Text 17">
              <a:extLst>
                <a:ext uri="{FF2B5EF4-FFF2-40B4-BE49-F238E27FC236}">
                  <a16:creationId xmlns:a16="http://schemas.microsoft.com/office/drawing/2014/main" id="{B7E47AB3-562B-D104-C5D6-047E8FC20FFF}"/>
                </a:ext>
              </a:extLst>
            </p:cNvPr>
            <p:cNvSpPr/>
            <p:nvPr/>
          </p:nvSpPr>
          <p:spPr>
            <a:xfrm>
              <a:off x="9972973" y="4929783"/>
              <a:ext cx="170855" cy="213479"/>
            </a:xfrm>
            <a:prstGeom prst="rect">
              <a:avLst/>
            </a:prstGeom>
            <a:noFill/>
            <a:ln/>
          </p:spPr>
          <p:txBody>
            <a:bodyPr wrap="none" lIns="0" tIns="0" rIns="0" bIns="0" rtlCol="0" anchor="t"/>
            <a:lstStyle/>
            <a:p>
              <a:pPr marL="0" indent="0" algn="l">
                <a:lnSpc>
                  <a:spcPts val="2150"/>
                </a:lnSpc>
                <a:buNone/>
              </a:pPr>
              <a:r>
                <a:rPr lang="en-US" sz="1300" b="1" dirty="0">
                  <a:solidFill>
                    <a:srgbClr val="FFFFFF"/>
                  </a:solidFill>
                  <a:latin typeface="Times New Roman" panose="02020603050405020304" pitchFamily="18" charset="0"/>
                  <a:ea typeface="Inter Bold" pitchFamily="34" charset="-122"/>
                  <a:cs typeface="Times New Roman" panose="02020603050405020304" pitchFamily="18" charset="0"/>
                </a:rPr>
                <a:t>3</a:t>
              </a:r>
              <a:endParaRPr lang="en-US" sz="1300" dirty="0">
                <a:latin typeface="Times New Roman" panose="02020603050405020304" pitchFamily="18" charset="0"/>
                <a:cs typeface="Times New Roman" panose="02020603050405020304" pitchFamily="18" charset="0"/>
              </a:endParaRPr>
            </a:p>
          </p:txBody>
        </p:sp>
        <p:sp>
          <p:nvSpPr>
            <p:cNvPr id="21" name="Text 18">
              <a:extLst>
                <a:ext uri="{FF2B5EF4-FFF2-40B4-BE49-F238E27FC236}">
                  <a16:creationId xmlns:a16="http://schemas.microsoft.com/office/drawing/2014/main" id="{470FAA01-6148-1584-FAF2-61CD952B7E50}"/>
                </a:ext>
              </a:extLst>
            </p:cNvPr>
            <p:cNvSpPr/>
            <p:nvPr/>
          </p:nvSpPr>
          <p:spPr>
            <a:xfrm>
              <a:off x="6142196" y="5392341"/>
              <a:ext cx="2024062" cy="222409"/>
            </a:xfrm>
            <a:prstGeom prst="rect">
              <a:avLst/>
            </a:prstGeom>
            <a:noFill/>
            <a:ln/>
          </p:spPr>
          <p:txBody>
            <a:bodyPr wrap="none" lIns="0" tIns="0" rIns="0" bIns="0" rtlCol="0" anchor="t"/>
            <a:lstStyle/>
            <a:p>
              <a:pPr marL="0" indent="0" algn="l">
                <a:lnSpc>
                  <a:spcPts val="1750"/>
                </a:lnSpc>
                <a:buNone/>
              </a:pPr>
              <a:r>
                <a:rPr lang="en-US" sz="1400" b="1" dirty="0">
                  <a:solidFill>
                    <a:srgbClr val="272525"/>
                  </a:solidFill>
                  <a:latin typeface="Times New Roman" panose="02020603050405020304" pitchFamily="18" charset="0"/>
                  <a:ea typeface="Inter Bold" pitchFamily="34" charset="-122"/>
                  <a:cs typeface="Times New Roman" panose="02020603050405020304" pitchFamily="18" charset="0"/>
                </a:rPr>
                <a:t>Derived Fields Creation</a:t>
              </a:r>
              <a:endParaRPr lang="en-US" sz="1400" dirty="0">
                <a:latin typeface="Times New Roman" panose="02020603050405020304" pitchFamily="18" charset="0"/>
                <a:cs typeface="Times New Roman" panose="02020603050405020304" pitchFamily="18" charset="0"/>
              </a:endParaRPr>
            </a:p>
          </p:txBody>
        </p:sp>
        <p:sp>
          <p:nvSpPr>
            <p:cNvPr id="22" name="Text 19">
              <a:extLst>
                <a:ext uri="{FF2B5EF4-FFF2-40B4-BE49-F238E27FC236}">
                  <a16:creationId xmlns:a16="http://schemas.microsoft.com/office/drawing/2014/main" id="{B313A956-2EB9-9074-4647-074A4C3B11AC}"/>
                </a:ext>
              </a:extLst>
            </p:cNvPr>
            <p:cNvSpPr/>
            <p:nvPr/>
          </p:nvSpPr>
          <p:spPr>
            <a:xfrm>
              <a:off x="6142196" y="5700117"/>
              <a:ext cx="7832408" cy="227767"/>
            </a:xfrm>
            <a:prstGeom prst="rect">
              <a:avLst/>
            </a:prstGeom>
            <a:noFill/>
            <a:ln/>
          </p:spPr>
          <p:txBody>
            <a:bodyPr wrap="none" lIns="0" tIns="0" rIns="0" bIns="0" rtlCol="0" anchor="t"/>
            <a:lstStyle/>
            <a:p>
              <a:pPr marL="0" indent="0" algn="l">
                <a:lnSpc>
                  <a:spcPts val="1750"/>
                </a:lnSpc>
                <a:buNone/>
              </a:pPr>
              <a:r>
                <a:rPr lang="en-US" sz="1100" dirty="0">
                  <a:solidFill>
                    <a:srgbClr val="272525"/>
                  </a:solidFill>
                  <a:latin typeface="Times New Roman" panose="02020603050405020304" pitchFamily="18" charset="0"/>
                  <a:ea typeface="Inter" pitchFamily="34" charset="-122"/>
                  <a:cs typeface="Times New Roman" panose="02020603050405020304" pitchFamily="18" charset="0"/>
                </a:rPr>
                <a:t>Engineer age bands, weekday/weekend flags, and device/activity share metrics</a:t>
              </a:r>
              <a:endParaRPr lang="en-US" sz="1100" dirty="0">
                <a:latin typeface="Times New Roman" panose="02020603050405020304" pitchFamily="18" charset="0"/>
                <a:cs typeface="Times New Roman" panose="02020603050405020304" pitchFamily="18" charset="0"/>
              </a:endParaRPr>
            </a:p>
          </p:txBody>
        </p:sp>
        <p:sp>
          <p:nvSpPr>
            <p:cNvPr id="23" name="Shape 20">
              <a:extLst>
                <a:ext uri="{FF2B5EF4-FFF2-40B4-BE49-F238E27FC236}">
                  <a16:creationId xmlns:a16="http://schemas.microsoft.com/office/drawing/2014/main" id="{774517B7-AEED-9E3E-C803-3AC67B184644}"/>
                </a:ext>
              </a:extLst>
            </p:cNvPr>
            <p:cNvSpPr/>
            <p:nvPr/>
          </p:nvSpPr>
          <p:spPr>
            <a:xfrm>
              <a:off x="5984677" y="6441162"/>
              <a:ext cx="8147447" cy="1048941"/>
            </a:xfrm>
            <a:prstGeom prst="roundRect">
              <a:avLst>
                <a:gd name="adj" fmla="val 6974"/>
              </a:avLst>
            </a:prstGeom>
            <a:solidFill>
              <a:srgbClr val="FFFFFF"/>
            </a:solidFill>
            <a:ln/>
          </p:spPr>
        </p:sp>
        <p:sp>
          <p:nvSpPr>
            <p:cNvPr id="24" name="Shape 21">
              <a:extLst>
                <a:ext uri="{FF2B5EF4-FFF2-40B4-BE49-F238E27FC236}">
                  <a16:creationId xmlns:a16="http://schemas.microsoft.com/office/drawing/2014/main" id="{C68A97FD-2603-4B54-219A-E80552FC5E19}"/>
                </a:ext>
              </a:extLst>
            </p:cNvPr>
            <p:cNvSpPr/>
            <p:nvPr/>
          </p:nvSpPr>
          <p:spPr>
            <a:xfrm>
              <a:off x="5984677" y="6425922"/>
              <a:ext cx="8147447" cy="60960"/>
            </a:xfrm>
            <a:prstGeom prst="roundRect">
              <a:avLst>
                <a:gd name="adj" fmla="val 98105"/>
              </a:avLst>
            </a:prstGeom>
            <a:solidFill>
              <a:srgbClr val="4950BC"/>
            </a:solidFill>
            <a:ln/>
          </p:spPr>
        </p:sp>
        <p:sp>
          <p:nvSpPr>
            <p:cNvPr id="25" name="Shape 22">
              <a:extLst>
                <a:ext uri="{FF2B5EF4-FFF2-40B4-BE49-F238E27FC236}">
                  <a16:creationId xmlns:a16="http://schemas.microsoft.com/office/drawing/2014/main" id="{46F16C08-DA59-6ACA-46D6-355DB36334EF}"/>
                </a:ext>
              </a:extLst>
            </p:cNvPr>
            <p:cNvSpPr/>
            <p:nvPr/>
          </p:nvSpPr>
          <p:spPr>
            <a:xfrm>
              <a:off x="9844861" y="6227683"/>
              <a:ext cx="427077" cy="427077"/>
            </a:xfrm>
            <a:prstGeom prst="roundRect">
              <a:avLst>
                <a:gd name="adj" fmla="val 214107"/>
              </a:avLst>
            </a:prstGeom>
            <a:solidFill>
              <a:srgbClr val="4950BC"/>
            </a:solidFill>
            <a:ln/>
          </p:spPr>
        </p:sp>
        <p:sp>
          <p:nvSpPr>
            <p:cNvPr id="26" name="Text 23">
              <a:extLst>
                <a:ext uri="{FF2B5EF4-FFF2-40B4-BE49-F238E27FC236}">
                  <a16:creationId xmlns:a16="http://schemas.microsoft.com/office/drawing/2014/main" id="{AA9BDB5A-C154-BADE-9B2E-34DBA54BBB04}"/>
                </a:ext>
              </a:extLst>
            </p:cNvPr>
            <p:cNvSpPr/>
            <p:nvPr/>
          </p:nvSpPr>
          <p:spPr>
            <a:xfrm>
              <a:off x="9972973" y="6334482"/>
              <a:ext cx="170855" cy="213479"/>
            </a:xfrm>
            <a:prstGeom prst="rect">
              <a:avLst/>
            </a:prstGeom>
            <a:noFill/>
            <a:ln/>
          </p:spPr>
          <p:txBody>
            <a:bodyPr wrap="none" lIns="0" tIns="0" rIns="0" bIns="0" rtlCol="0" anchor="t"/>
            <a:lstStyle/>
            <a:p>
              <a:pPr marL="0" indent="0" algn="l">
                <a:lnSpc>
                  <a:spcPts val="2150"/>
                </a:lnSpc>
                <a:buNone/>
              </a:pPr>
              <a:r>
                <a:rPr lang="en-US" sz="1300" b="1" dirty="0">
                  <a:solidFill>
                    <a:srgbClr val="FFFFFF"/>
                  </a:solidFill>
                  <a:latin typeface="Times New Roman" panose="02020603050405020304" pitchFamily="18" charset="0"/>
                  <a:ea typeface="Inter Bold" pitchFamily="34" charset="-122"/>
                  <a:cs typeface="Times New Roman" panose="02020603050405020304" pitchFamily="18" charset="0"/>
                </a:rPr>
                <a:t>4</a:t>
              </a:r>
              <a:endParaRPr lang="en-US" sz="1300" dirty="0">
                <a:latin typeface="Times New Roman" panose="02020603050405020304" pitchFamily="18" charset="0"/>
                <a:cs typeface="Times New Roman" panose="02020603050405020304" pitchFamily="18" charset="0"/>
              </a:endParaRPr>
            </a:p>
          </p:txBody>
        </p:sp>
        <p:sp>
          <p:nvSpPr>
            <p:cNvPr id="27" name="Text 24">
              <a:extLst>
                <a:ext uri="{FF2B5EF4-FFF2-40B4-BE49-F238E27FC236}">
                  <a16:creationId xmlns:a16="http://schemas.microsoft.com/office/drawing/2014/main" id="{96B24CD4-9DD7-B670-B2A1-7BF43917938F}"/>
                </a:ext>
              </a:extLst>
            </p:cNvPr>
            <p:cNvSpPr/>
            <p:nvPr/>
          </p:nvSpPr>
          <p:spPr>
            <a:xfrm>
              <a:off x="6142196" y="6797040"/>
              <a:ext cx="1805464" cy="222409"/>
            </a:xfrm>
            <a:prstGeom prst="rect">
              <a:avLst/>
            </a:prstGeom>
            <a:noFill/>
            <a:ln/>
          </p:spPr>
          <p:txBody>
            <a:bodyPr wrap="none" lIns="0" tIns="0" rIns="0" bIns="0" rtlCol="0" anchor="t"/>
            <a:lstStyle/>
            <a:p>
              <a:pPr marL="0" indent="0" algn="l">
                <a:lnSpc>
                  <a:spcPts val="1750"/>
                </a:lnSpc>
                <a:buNone/>
              </a:pPr>
              <a:r>
                <a:rPr lang="en-US" sz="1400" b="1" dirty="0">
                  <a:solidFill>
                    <a:srgbClr val="272525"/>
                  </a:solidFill>
                  <a:latin typeface="Times New Roman" panose="02020603050405020304" pitchFamily="18" charset="0"/>
                  <a:ea typeface="Inter Bold" pitchFamily="34" charset="-122"/>
                  <a:cs typeface="Times New Roman" panose="02020603050405020304" pitchFamily="18" charset="0"/>
                </a:rPr>
                <a:t>Temporal Formatting</a:t>
              </a:r>
              <a:endParaRPr lang="en-US" sz="1400" dirty="0">
                <a:latin typeface="Times New Roman" panose="02020603050405020304" pitchFamily="18" charset="0"/>
                <a:cs typeface="Times New Roman" panose="02020603050405020304" pitchFamily="18" charset="0"/>
              </a:endParaRPr>
            </a:p>
          </p:txBody>
        </p:sp>
        <p:sp>
          <p:nvSpPr>
            <p:cNvPr id="28" name="Text 25">
              <a:extLst>
                <a:ext uri="{FF2B5EF4-FFF2-40B4-BE49-F238E27FC236}">
                  <a16:creationId xmlns:a16="http://schemas.microsoft.com/office/drawing/2014/main" id="{386D85FF-494A-1895-A2C5-DFA226856838}"/>
                </a:ext>
              </a:extLst>
            </p:cNvPr>
            <p:cNvSpPr/>
            <p:nvPr/>
          </p:nvSpPr>
          <p:spPr>
            <a:xfrm>
              <a:off x="6142196" y="7104817"/>
              <a:ext cx="7832408" cy="227767"/>
            </a:xfrm>
            <a:prstGeom prst="rect">
              <a:avLst/>
            </a:prstGeom>
            <a:noFill/>
            <a:ln/>
          </p:spPr>
          <p:txBody>
            <a:bodyPr wrap="none" lIns="0" tIns="0" rIns="0" bIns="0" rtlCol="0" anchor="t"/>
            <a:lstStyle/>
            <a:p>
              <a:pPr marL="0" indent="0" algn="l">
                <a:lnSpc>
                  <a:spcPts val="1750"/>
                </a:lnSpc>
                <a:buNone/>
              </a:pPr>
              <a:r>
                <a:rPr lang="en-US" sz="1100" dirty="0">
                  <a:solidFill>
                    <a:srgbClr val="272525"/>
                  </a:solidFill>
                  <a:latin typeface="Times New Roman" panose="02020603050405020304" pitchFamily="18" charset="0"/>
                  <a:ea typeface="Inter" pitchFamily="34" charset="-122"/>
                  <a:cs typeface="Times New Roman" panose="02020603050405020304" pitchFamily="18" charset="0"/>
                </a:rPr>
                <a:t>Standardize date/time fields to enable chronological analysis and pattern detection</a:t>
              </a:r>
              <a:endParaRPr lang="en-US" sz="1100" dirty="0">
                <a:latin typeface="Times New Roman" panose="02020603050405020304" pitchFamily="18" charset="0"/>
                <a:cs typeface="Times New Roman" panose="02020603050405020304" pitchFamily="18" charset="0"/>
              </a:endParaRPr>
            </a:p>
          </p:txBody>
        </p:sp>
        <p:pic>
          <p:nvPicPr>
            <p:cNvPr id="33" name="Picture 32">
              <a:extLst>
                <a:ext uri="{FF2B5EF4-FFF2-40B4-BE49-F238E27FC236}">
                  <a16:creationId xmlns:a16="http://schemas.microsoft.com/office/drawing/2014/main" id="{3262642B-C238-684A-0EB0-3182B2DF7151}"/>
                </a:ext>
              </a:extLst>
            </p:cNvPr>
            <p:cNvPicPr>
              <a:picLocks noChangeAspect="1"/>
            </p:cNvPicPr>
            <p:nvPr/>
          </p:nvPicPr>
          <p:blipFill>
            <a:blip r:embed="rId2"/>
            <a:stretch>
              <a:fillRect/>
            </a:stretch>
          </p:blipFill>
          <p:spPr>
            <a:xfrm>
              <a:off x="552806" y="632267"/>
              <a:ext cx="4232733" cy="1701596"/>
            </a:xfrm>
            <a:prstGeom prst="rect">
              <a:avLst/>
            </a:prstGeom>
          </p:spPr>
        </p:pic>
        <p:pic>
          <p:nvPicPr>
            <p:cNvPr id="34" name="Picture 33">
              <a:extLst>
                <a:ext uri="{FF2B5EF4-FFF2-40B4-BE49-F238E27FC236}">
                  <a16:creationId xmlns:a16="http://schemas.microsoft.com/office/drawing/2014/main" id="{E2053C4F-DAF0-B201-1C80-A70D75E17905}"/>
                </a:ext>
              </a:extLst>
            </p:cNvPr>
            <p:cNvPicPr>
              <a:picLocks noChangeAspect="1"/>
            </p:cNvPicPr>
            <p:nvPr/>
          </p:nvPicPr>
          <p:blipFill>
            <a:blip r:embed="rId3"/>
            <a:stretch>
              <a:fillRect/>
            </a:stretch>
          </p:blipFill>
          <p:spPr>
            <a:xfrm>
              <a:off x="655796" y="2582942"/>
              <a:ext cx="4129743" cy="2438281"/>
            </a:xfrm>
            <a:prstGeom prst="rect">
              <a:avLst/>
            </a:prstGeom>
          </p:spPr>
        </p:pic>
        <p:pic>
          <p:nvPicPr>
            <p:cNvPr id="35" name="Picture 34">
              <a:extLst>
                <a:ext uri="{FF2B5EF4-FFF2-40B4-BE49-F238E27FC236}">
                  <a16:creationId xmlns:a16="http://schemas.microsoft.com/office/drawing/2014/main" id="{11C8E241-4B12-F221-1E84-E386991E505D}"/>
                </a:ext>
              </a:extLst>
            </p:cNvPr>
            <p:cNvPicPr>
              <a:picLocks noChangeAspect="1"/>
            </p:cNvPicPr>
            <p:nvPr/>
          </p:nvPicPr>
          <p:blipFill>
            <a:blip r:embed="rId4"/>
            <a:stretch>
              <a:fillRect/>
            </a:stretch>
          </p:blipFill>
          <p:spPr>
            <a:xfrm>
              <a:off x="844212" y="5193501"/>
              <a:ext cx="3210373" cy="2724530"/>
            </a:xfrm>
            <a:prstGeom prst="rect">
              <a:avLst/>
            </a:prstGeom>
          </p:spPr>
        </p:pic>
      </p:grpSp>
    </p:spTree>
    <p:extLst>
      <p:ext uri="{BB962C8B-B14F-4D97-AF65-F5344CB8AC3E}">
        <p14:creationId xmlns:p14="http://schemas.microsoft.com/office/powerpoint/2010/main" val="38291301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8642D6DD-ED80-6DE3-F9DF-37A852DC08B3}"/>
              </a:ext>
            </a:extLst>
          </p:cNvPr>
          <p:cNvGrpSpPr/>
          <p:nvPr/>
        </p:nvGrpSpPr>
        <p:grpSpPr>
          <a:xfrm>
            <a:off x="156195" y="228600"/>
            <a:ext cx="11471925" cy="6373619"/>
            <a:chOff x="415275" y="386604"/>
            <a:chExt cx="14054120" cy="7681907"/>
          </a:xfrm>
        </p:grpSpPr>
        <p:sp>
          <p:nvSpPr>
            <p:cNvPr id="3" name="Text 0">
              <a:extLst>
                <a:ext uri="{FF2B5EF4-FFF2-40B4-BE49-F238E27FC236}">
                  <a16:creationId xmlns:a16="http://schemas.microsoft.com/office/drawing/2014/main" id="{5C7917D6-2469-5222-CD83-ABCF9960ABD8}"/>
                </a:ext>
              </a:extLst>
            </p:cNvPr>
            <p:cNvSpPr/>
            <p:nvPr/>
          </p:nvSpPr>
          <p:spPr>
            <a:xfrm>
              <a:off x="6164699" y="532924"/>
              <a:ext cx="7787402" cy="1211104"/>
            </a:xfrm>
            <a:prstGeom prst="rect">
              <a:avLst/>
            </a:prstGeom>
            <a:noFill/>
            <a:ln/>
          </p:spPr>
          <p:txBody>
            <a:bodyPr wrap="square" lIns="0" tIns="0" rIns="0" bIns="0" rtlCol="0" anchor="t"/>
            <a:lstStyle/>
            <a:p>
              <a:pPr marL="0" indent="0" algn="l">
                <a:lnSpc>
                  <a:spcPts val="4750"/>
                </a:lnSpc>
                <a:buNone/>
              </a:pPr>
              <a:r>
                <a:rPr lang="en-US" sz="3800" b="1" dirty="0">
                  <a:solidFill>
                    <a:srgbClr val="000000"/>
                  </a:solidFill>
                  <a:latin typeface="Times New Roman" panose="02020603050405020304" pitchFamily="18" charset="0"/>
                  <a:ea typeface="Inter Bold" pitchFamily="34" charset="-122"/>
                  <a:cs typeface="Times New Roman" panose="02020603050405020304" pitchFamily="18" charset="0"/>
                </a:rPr>
                <a:t>Milestone 2: Visual Exploration and Trends</a:t>
              </a:r>
              <a:endParaRPr lang="en-US" sz="3800" dirty="0">
                <a:latin typeface="Times New Roman" panose="02020603050405020304" pitchFamily="18" charset="0"/>
                <a:cs typeface="Times New Roman" panose="02020603050405020304" pitchFamily="18" charset="0"/>
              </a:endParaRPr>
            </a:p>
          </p:txBody>
        </p:sp>
        <p:sp>
          <p:nvSpPr>
            <p:cNvPr id="4" name="Text 1">
              <a:extLst>
                <a:ext uri="{FF2B5EF4-FFF2-40B4-BE49-F238E27FC236}">
                  <a16:creationId xmlns:a16="http://schemas.microsoft.com/office/drawing/2014/main" id="{548E7E4A-48F3-9A10-995E-B0292973333C}"/>
                </a:ext>
              </a:extLst>
            </p:cNvPr>
            <p:cNvSpPr/>
            <p:nvPr/>
          </p:nvSpPr>
          <p:spPr>
            <a:xfrm>
              <a:off x="6164699" y="2034659"/>
              <a:ext cx="7787402" cy="620078"/>
            </a:xfrm>
            <a:prstGeom prst="rect">
              <a:avLst/>
            </a:prstGeom>
            <a:noFill/>
            <a:ln/>
          </p:spPr>
          <p:txBody>
            <a:bodyPr wrap="square" lIns="0" tIns="0" rIns="0" bIns="0" rtlCol="0" anchor="t"/>
            <a:lstStyle/>
            <a:p>
              <a:pPr marL="0" indent="0" algn="l">
                <a:lnSpc>
                  <a:spcPts val="2400"/>
                </a:lnSpc>
                <a:buNone/>
              </a:pPr>
              <a:r>
                <a:rPr lang="en-US" sz="1500" dirty="0">
                  <a:solidFill>
                    <a:srgbClr val="272525"/>
                  </a:solidFill>
                  <a:latin typeface="Times New Roman" panose="02020603050405020304" pitchFamily="18" charset="0"/>
                  <a:ea typeface="Inter" pitchFamily="34" charset="-122"/>
                  <a:cs typeface="Times New Roman" panose="02020603050405020304" pitchFamily="18" charset="0"/>
                </a:rPr>
                <a:t>Weeks 3-4 focus on revealing patterns through systematic visual analysis, comparing distributions across demographics and uncovering usage behaviors.</a:t>
              </a:r>
              <a:endParaRPr lang="en-US" sz="1500" dirty="0">
                <a:latin typeface="Times New Roman" panose="02020603050405020304" pitchFamily="18" charset="0"/>
                <a:cs typeface="Times New Roman" panose="02020603050405020304" pitchFamily="18" charset="0"/>
              </a:endParaRPr>
            </a:p>
          </p:txBody>
        </p:sp>
        <p:pic>
          <p:nvPicPr>
            <p:cNvPr id="5" name="Image 1" descr="preencoded.png">
              <a:extLst>
                <a:ext uri="{FF2B5EF4-FFF2-40B4-BE49-F238E27FC236}">
                  <a16:creationId xmlns:a16="http://schemas.microsoft.com/office/drawing/2014/main" id="{2AF62D55-B67C-3B2C-A3F5-446DB116A189}"/>
                </a:ext>
              </a:extLst>
            </p:cNvPr>
            <p:cNvPicPr>
              <a:picLocks noChangeAspect="1"/>
            </p:cNvPicPr>
            <p:nvPr/>
          </p:nvPicPr>
          <p:blipFill>
            <a:blip r:embed="rId2"/>
            <a:stretch>
              <a:fillRect/>
            </a:stretch>
          </p:blipFill>
          <p:spPr>
            <a:xfrm>
              <a:off x="6164699" y="2872740"/>
              <a:ext cx="968931" cy="1736527"/>
            </a:xfrm>
            <a:prstGeom prst="rect">
              <a:avLst/>
            </a:prstGeom>
          </p:spPr>
        </p:pic>
        <p:sp>
          <p:nvSpPr>
            <p:cNvPr id="6" name="Text 2">
              <a:extLst>
                <a:ext uri="{FF2B5EF4-FFF2-40B4-BE49-F238E27FC236}">
                  <a16:creationId xmlns:a16="http://schemas.microsoft.com/office/drawing/2014/main" id="{4A15EEBE-037D-57C8-D8AB-12A27FA5DDF0}"/>
                </a:ext>
              </a:extLst>
            </p:cNvPr>
            <p:cNvSpPr/>
            <p:nvPr/>
          </p:nvSpPr>
          <p:spPr>
            <a:xfrm>
              <a:off x="7327344" y="3066455"/>
              <a:ext cx="3164919" cy="302776"/>
            </a:xfrm>
            <a:prstGeom prst="rect">
              <a:avLst/>
            </a:prstGeom>
            <a:noFill/>
            <a:ln/>
          </p:spPr>
          <p:txBody>
            <a:bodyPr wrap="none" lIns="0" tIns="0" rIns="0" bIns="0" rtlCol="0" anchor="t"/>
            <a:lstStyle/>
            <a:p>
              <a:pPr marL="0" indent="0" algn="l">
                <a:lnSpc>
                  <a:spcPts val="2350"/>
                </a:lnSpc>
                <a:buNone/>
              </a:pPr>
              <a:r>
                <a:rPr lang="en-US" sz="1900" b="1" dirty="0">
                  <a:solidFill>
                    <a:srgbClr val="272525"/>
                  </a:solidFill>
                  <a:latin typeface="Times New Roman" panose="02020603050405020304" pitchFamily="18" charset="0"/>
                  <a:ea typeface="Inter Bold" pitchFamily="34" charset="-122"/>
                  <a:cs typeface="Times New Roman" panose="02020603050405020304" pitchFamily="18" charset="0"/>
                </a:rPr>
                <a:t>Week 3: Core Distributions</a:t>
              </a:r>
              <a:endParaRPr lang="en-US" sz="1900" dirty="0">
                <a:latin typeface="Times New Roman" panose="02020603050405020304" pitchFamily="18" charset="0"/>
                <a:cs typeface="Times New Roman" panose="02020603050405020304" pitchFamily="18" charset="0"/>
              </a:endParaRPr>
            </a:p>
          </p:txBody>
        </p:sp>
        <p:sp>
          <p:nvSpPr>
            <p:cNvPr id="7" name="Text 3">
              <a:extLst>
                <a:ext uri="{FF2B5EF4-FFF2-40B4-BE49-F238E27FC236}">
                  <a16:creationId xmlns:a16="http://schemas.microsoft.com/office/drawing/2014/main" id="{5797855C-E917-4BFD-EEF6-8AAC5B9D49B5}"/>
                </a:ext>
              </a:extLst>
            </p:cNvPr>
            <p:cNvSpPr/>
            <p:nvPr/>
          </p:nvSpPr>
          <p:spPr>
            <a:xfrm>
              <a:off x="7327344" y="3485436"/>
              <a:ext cx="6624757" cy="930116"/>
            </a:xfrm>
            <a:prstGeom prst="rect">
              <a:avLst/>
            </a:prstGeom>
            <a:noFill/>
            <a:ln/>
          </p:spPr>
          <p:txBody>
            <a:bodyPr wrap="square" lIns="0" tIns="0" rIns="0" bIns="0" rtlCol="0" anchor="t"/>
            <a:lstStyle/>
            <a:p>
              <a:pPr marL="0" indent="0" algn="l">
                <a:lnSpc>
                  <a:spcPts val="2400"/>
                </a:lnSpc>
                <a:buNone/>
              </a:pPr>
              <a:r>
                <a:rPr lang="en-US" sz="1500" dirty="0">
                  <a:solidFill>
                    <a:srgbClr val="272525"/>
                  </a:solidFill>
                  <a:latin typeface="Times New Roman" panose="02020603050405020304" pitchFamily="18" charset="0"/>
                  <a:ea typeface="Inter" pitchFamily="34" charset="-122"/>
                  <a:cs typeface="Times New Roman" panose="02020603050405020304" pitchFamily="18" charset="0"/>
                </a:rPr>
                <a:t>Analyze daily hours, age bands, and device usage through histograms, boxplots, and comparative visualizations across gender, age, and location</a:t>
              </a:r>
              <a:endParaRPr lang="en-US" sz="1500" dirty="0">
                <a:latin typeface="Times New Roman" panose="02020603050405020304" pitchFamily="18" charset="0"/>
                <a:cs typeface="Times New Roman" panose="02020603050405020304" pitchFamily="18" charset="0"/>
              </a:endParaRPr>
            </a:p>
          </p:txBody>
        </p:sp>
        <p:pic>
          <p:nvPicPr>
            <p:cNvPr id="8" name="Image 2" descr="preencoded.png">
              <a:extLst>
                <a:ext uri="{FF2B5EF4-FFF2-40B4-BE49-F238E27FC236}">
                  <a16:creationId xmlns:a16="http://schemas.microsoft.com/office/drawing/2014/main" id="{D34FD536-9BD9-DB2D-71BA-AD27025D35E6}"/>
                </a:ext>
              </a:extLst>
            </p:cNvPr>
            <p:cNvPicPr>
              <a:picLocks noChangeAspect="1"/>
            </p:cNvPicPr>
            <p:nvPr/>
          </p:nvPicPr>
          <p:blipFill>
            <a:blip r:embed="rId3"/>
            <a:stretch>
              <a:fillRect/>
            </a:stretch>
          </p:blipFill>
          <p:spPr>
            <a:xfrm>
              <a:off x="6164699" y="4609267"/>
              <a:ext cx="968931" cy="1736527"/>
            </a:xfrm>
            <a:prstGeom prst="rect">
              <a:avLst/>
            </a:prstGeom>
          </p:spPr>
        </p:pic>
        <p:sp>
          <p:nvSpPr>
            <p:cNvPr id="9" name="Text 4">
              <a:extLst>
                <a:ext uri="{FF2B5EF4-FFF2-40B4-BE49-F238E27FC236}">
                  <a16:creationId xmlns:a16="http://schemas.microsoft.com/office/drawing/2014/main" id="{5308BAB0-0F28-B9CC-55B2-2ADA7A527650}"/>
                </a:ext>
              </a:extLst>
            </p:cNvPr>
            <p:cNvSpPr/>
            <p:nvPr/>
          </p:nvSpPr>
          <p:spPr>
            <a:xfrm>
              <a:off x="7327344" y="4802981"/>
              <a:ext cx="3335536" cy="302776"/>
            </a:xfrm>
            <a:prstGeom prst="rect">
              <a:avLst/>
            </a:prstGeom>
            <a:noFill/>
            <a:ln/>
          </p:spPr>
          <p:txBody>
            <a:bodyPr wrap="none" lIns="0" tIns="0" rIns="0" bIns="0" rtlCol="0" anchor="t"/>
            <a:lstStyle/>
            <a:p>
              <a:pPr marL="0" indent="0" algn="l">
                <a:lnSpc>
                  <a:spcPts val="2350"/>
                </a:lnSpc>
                <a:buNone/>
              </a:pPr>
              <a:r>
                <a:rPr lang="en-US" sz="1900" b="1" dirty="0">
                  <a:solidFill>
                    <a:srgbClr val="272525"/>
                  </a:solidFill>
                  <a:latin typeface="Times New Roman" panose="02020603050405020304" pitchFamily="18" charset="0"/>
                  <a:ea typeface="Inter Bold" pitchFamily="34" charset="-122"/>
                  <a:cs typeface="Times New Roman" panose="02020603050405020304" pitchFamily="18" charset="0"/>
                </a:rPr>
                <a:t>Week 4: Behavioral Patterns</a:t>
              </a:r>
              <a:endParaRPr lang="en-US" sz="1900" dirty="0">
                <a:latin typeface="Times New Roman" panose="02020603050405020304" pitchFamily="18" charset="0"/>
                <a:cs typeface="Times New Roman" panose="02020603050405020304" pitchFamily="18" charset="0"/>
              </a:endParaRPr>
            </a:p>
          </p:txBody>
        </p:sp>
        <p:sp>
          <p:nvSpPr>
            <p:cNvPr id="10" name="Text 5">
              <a:extLst>
                <a:ext uri="{FF2B5EF4-FFF2-40B4-BE49-F238E27FC236}">
                  <a16:creationId xmlns:a16="http://schemas.microsoft.com/office/drawing/2014/main" id="{28480D14-B527-93AC-5A9A-07E7114F33B5}"/>
                </a:ext>
              </a:extLst>
            </p:cNvPr>
            <p:cNvSpPr/>
            <p:nvPr/>
          </p:nvSpPr>
          <p:spPr>
            <a:xfrm>
              <a:off x="7327344" y="5221962"/>
              <a:ext cx="6624757" cy="930116"/>
            </a:xfrm>
            <a:prstGeom prst="rect">
              <a:avLst/>
            </a:prstGeom>
            <a:noFill/>
            <a:ln/>
          </p:spPr>
          <p:txBody>
            <a:bodyPr wrap="square" lIns="0" tIns="0" rIns="0" bIns="0" rtlCol="0" anchor="t"/>
            <a:lstStyle/>
            <a:p>
              <a:pPr marL="0" indent="0" algn="l">
                <a:lnSpc>
                  <a:spcPts val="2400"/>
                </a:lnSpc>
                <a:buNone/>
              </a:pPr>
              <a:r>
                <a:rPr lang="en-US" sz="1500" dirty="0">
                  <a:solidFill>
                    <a:srgbClr val="272525"/>
                  </a:solidFill>
                  <a:latin typeface="Times New Roman" panose="02020603050405020304" pitchFamily="18" charset="0"/>
                  <a:ea typeface="Inter" pitchFamily="34" charset="-122"/>
                  <a:cs typeface="Times New Roman" panose="02020603050405020304" pitchFamily="18" charset="0"/>
                </a:rPr>
                <a:t>Compare device mix and activity categories across demographics, highlighting weekday versus weekend differences and temporal usage patterns</a:t>
              </a:r>
              <a:endParaRPr lang="en-US" sz="1500" dirty="0">
                <a:latin typeface="Times New Roman" panose="02020603050405020304" pitchFamily="18" charset="0"/>
                <a:cs typeface="Times New Roman" panose="02020603050405020304" pitchFamily="18" charset="0"/>
              </a:endParaRPr>
            </a:p>
          </p:txBody>
        </p:sp>
        <p:sp>
          <p:nvSpPr>
            <p:cNvPr id="11" name="Shape 6">
              <a:extLst>
                <a:ext uri="{FF2B5EF4-FFF2-40B4-BE49-F238E27FC236}">
                  <a16:creationId xmlns:a16="http://schemas.microsoft.com/office/drawing/2014/main" id="{CC61A5E1-3EAA-62BF-E1F4-A55641184E76}"/>
                </a:ext>
              </a:extLst>
            </p:cNvPr>
            <p:cNvSpPr/>
            <p:nvPr/>
          </p:nvSpPr>
          <p:spPr>
            <a:xfrm>
              <a:off x="6164699" y="6563797"/>
              <a:ext cx="7787402" cy="1133237"/>
            </a:xfrm>
            <a:prstGeom prst="roundRect">
              <a:avLst>
                <a:gd name="adj" fmla="val 7183"/>
              </a:avLst>
            </a:prstGeom>
            <a:solidFill>
              <a:srgbClr val="C7C9EA"/>
            </a:solidFill>
            <a:ln/>
          </p:spPr>
        </p:sp>
        <p:pic>
          <p:nvPicPr>
            <p:cNvPr id="12" name="Image 3" descr="preencoded.png">
              <a:extLst>
                <a:ext uri="{FF2B5EF4-FFF2-40B4-BE49-F238E27FC236}">
                  <a16:creationId xmlns:a16="http://schemas.microsoft.com/office/drawing/2014/main" id="{23B1230C-ACD0-6E1F-6AE6-97EAE32B269E}"/>
                </a:ext>
              </a:extLst>
            </p:cNvPr>
            <p:cNvPicPr>
              <a:picLocks noChangeAspect="1"/>
            </p:cNvPicPr>
            <p:nvPr/>
          </p:nvPicPr>
          <p:blipFill>
            <a:blip r:embed="rId4"/>
            <a:stretch>
              <a:fillRect/>
            </a:stretch>
          </p:blipFill>
          <p:spPr>
            <a:xfrm>
              <a:off x="6358414" y="6857286"/>
              <a:ext cx="242173" cy="193715"/>
            </a:xfrm>
            <a:prstGeom prst="rect">
              <a:avLst/>
            </a:prstGeom>
          </p:spPr>
        </p:pic>
        <p:sp>
          <p:nvSpPr>
            <p:cNvPr id="13" name="Text 7">
              <a:extLst>
                <a:ext uri="{FF2B5EF4-FFF2-40B4-BE49-F238E27FC236}">
                  <a16:creationId xmlns:a16="http://schemas.microsoft.com/office/drawing/2014/main" id="{F866923B-B4FF-931A-4EBF-62BBC5FC149F}"/>
                </a:ext>
              </a:extLst>
            </p:cNvPr>
            <p:cNvSpPr/>
            <p:nvPr/>
          </p:nvSpPr>
          <p:spPr>
            <a:xfrm>
              <a:off x="6794302" y="6805851"/>
              <a:ext cx="6964085" cy="620078"/>
            </a:xfrm>
            <a:prstGeom prst="rect">
              <a:avLst/>
            </a:prstGeom>
            <a:noFill/>
            <a:ln/>
          </p:spPr>
          <p:txBody>
            <a:bodyPr wrap="square" lIns="0" tIns="0" rIns="0" bIns="0" rtlCol="0" anchor="t"/>
            <a:lstStyle/>
            <a:p>
              <a:pPr marL="0" indent="0" algn="l">
                <a:lnSpc>
                  <a:spcPts val="2400"/>
                </a:lnSpc>
                <a:buNone/>
              </a:pPr>
              <a:r>
                <a:rPr lang="en-US" sz="1500" dirty="0">
                  <a:solidFill>
                    <a:srgbClr val="000000"/>
                  </a:solidFill>
                  <a:latin typeface="Times New Roman" panose="02020603050405020304" pitchFamily="18" charset="0"/>
                  <a:ea typeface="Inter" pitchFamily="34" charset="-122"/>
                  <a:cs typeface="Times New Roman" panose="02020603050405020304" pitchFamily="18" charset="0"/>
                </a:rPr>
                <a:t>Deliverable Target: Minimum 8 high-quality visualizations with documented observations on peak usage cohorts</a:t>
              </a:r>
              <a:endParaRPr lang="en-US" sz="1500" dirty="0">
                <a:latin typeface="Times New Roman" panose="02020603050405020304" pitchFamily="18" charset="0"/>
                <a:cs typeface="Times New Roman" panose="02020603050405020304" pitchFamily="18" charset="0"/>
              </a:endParaRPr>
            </a:p>
          </p:txBody>
        </p:sp>
        <p:grpSp>
          <p:nvGrpSpPr>
            <p:cNvPr id="15" name="Group 14">
              <a:extLst>
                <a:ext uri="{FF2B5EF4-FFF2-40B4-BE49-F238E27FC236}">
                  <a16:creationId xmlns:a16="http://schemas.microsoft.com/office/drawing/2014/main" id="{BC0E3C05-4B2C-7B32-4A68-1049308547DD}"/>
                </a:ext>
              </a:extLst>
            </p:cNvPr>
            <p:cNvGrpSpPr/>
            <p:nvPr/>
          </p:nvGrpSpPr>
          <p:grpSpPr>
            <a:xfrm>
              <a:off x="13102475" y="8046911"/>
              <a:ext cx="1366920" cy="21600"/>
              <a:chOff x="13102475" y="8046911"/>
              <a:chExt cx="1366920" cy="21600"/>
            </a:xfrm>
          </p:grpSpPr>
          <mc:AlternateContent xmlns:mc="http://schemas.openxmlformats.org/markup-compatibility/2006" xmlns:p14="http://schemas.microsoft.com/office/powerpoint/2010/main">
            <mc:Choice Requires="p14">
              <p:contentPart p14:bwMode="auto" r:id="rId5">
                <p14:nvContentPartPr>
                  <p14:cNvPr id="20" name="Ink 19">
                    <a:extLst>
                      <a:ext uri="{FF2B5EF4-FFF2-40B4-BE49-F238E27FC236}">
                        <a16:creationId xmlns:a16="http://schemas.microsoft.com/office/drawing/2014/main" id="{82F20A50-C846-98C4-3322-B822C8F39171}"/>
                      </a:ext>
                    </a:extLst>
                  </p14:cNvPr>
                  <p14:cNvContentPartPr/>
                  <p14:nvPr/>
                </p14:nvContentPartPr>
                <p14:xfrm>
                  <a:off x="14469035" y="8046911"/>
                  <a:ext cx="360" cy="360"/>
                </p14:xfrm>
              </p:contentPart>
            </mc:Choice>
            <mc:Fallback xmlns="">
              <p:pic>
                <p:nvPicPr>
                  <p:cNvPr id="15" name="Ink 14">
                    <a:extLst>
                      <a:ext uri="{FF2B5EF4-FFF2-40B4-BE49-F238E27FC236}">
                        <a16:creationId xmlns:a16="http://schemas.microsoft.com/office/drawing/2014/main" id="{FCA98C42-2C88-82B9-C4A0-BD215BD77779}"/>
                      </a:ext>
                    </a:extLst>
                  </p:cNvPr>
                  <p:cNvPicPr/>
                  <p:nvPr/>
                </p:nvPicPr>
                <p:blipFill>
                  <a:blip r:embed="rId12"/>
                  <a:stretch>
                    <a:fillRect/>
                  </a:stretch>
                </p:blipFill>
                <p:spPr>
                  <a:xfrm>
                    <a:off x="14406395" y="7983911"/>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2" name="Ink 21">
                    <a:extLst>
                      <a:ext uri="{FF2B5EF4-FFF2-40B4-BE49-F238E27FC236}">
                        <a16:creationId xmlns:a16="http://schemas.microsoft.com/office/drawing/2014/main" id="{C8219BAF-B664-6D84-E29B-7C5CF351FC3E}"/>
                      </a:ext>
                    </a:extLst>
                  </p14:cNvPr>
                  <p14:cNvContentPartPr/>
                  <p14:nvPr/>
                </p14:nvContentPartPr>
                <p14:xfrm>
                  <a:off x="13102475" y="8068151"/>
                  <a:ext cx="470520" cy="360"/>
                </p14:xfrm>
              </p:contentPart>
            </mc:Choice>
            <mc:Fallback xmlns="">
              <p:pic>
                <p:nvPicPr>
                  <p:cNvPr id="19" name="Ink 18">
                    <a:extLst>
                      <a:ext uri="{FF2B5EF4-FFF2-40B4-BE49-F238E27FC236}">
                        <a16:creationId xmlns:a16="http://schemas.microsoft.com/office/drawing/2014/main" id="{6BEBD8C9-13D1-C573-8536-ED92350601DA}"/>
                      </a:ext>
                    </a:extLst>
                  </p:cNvPr>
                  <p:cNvPicPr/>
                  <p:nvPr/>
                </p:nvPicPr>
                <p:blipFill>
                  <a:blip r:embed="rId16"/>
                  <a:stretch>
                    <a:fillRect/>
                  </a:stretch>
                </p:blipFill>
                <p:spPr>
                  <a:xfrm>
                    <a:off x="13039475" y="8005151"/>
                    <a:ext cx="596160" cy="1260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7">
              <p14:nvContentPartPr>
                <p14:cNvPr id="16" name="Ink 15">
                  <a:extLst>
                    <a:ext uri="{FF2B5EF4-FFF2-40B4-BE49-F238E27FC236}">
                      <a16:creationId xmlns:a16="http://schemas.microsoft.com/office/drawing/2014/main" id="{E202FE04-DBAF-611A-B9B8-DBBFAA4F5B2D}"/>
                    </a:ext>
                  </a:extLst>
                </p14:cNvPr>
                <p14:cNvContentPartPr/>
                <p14:nvPr/>
              </p14:nvContentPartPr>
              <p14:xfrm>
                <a:off x="2947489" y="3786671"/>
                <a:ext cx="360" cy="360"/>
              </p14:xfrm>
            </p:contentPart>
          </mc:Choice>
          <mc:Fallback>
            <p:pic>
              <p:nvPicPr>
                <p:cNvPr id="16" name="Ink 15">
                  <a:extLst>
                    <a:ext uri="{FF2B5EF4-FFF2-40B4-BE49-F238E27FC236}">
                      <a16:creationId xmlns:a16="http://schemas.microsoft.com/office/drawing/2014/main" id="{E202FE04-DBAF-611A-B9B8-DBBFAA4F5B2D}"/>
                    </a:ext>
                  </a:extLst>
                </p:cNvPr>
                <p:cNvPicPr/>
                <p:nvPr/>
              </p:nvPicPr>
              <p:blipFill>
                <a:blip r:embed="rId18"/>
                <a:stretch>
                  <a:fillRect/>
                </a:stretch>
              </p:blipFill>
              <p:spPr>
                <a:xfrm>
                  <a:off x="2884489" y="3723671"/>
                  <a:ext cx="126000" cy="126000"/>
                </a:xfrm>
                <a:prstGeom prst="rect">
                  <a:avLst/>
                </a:prstGeom>
              </p:spPr>
            </p:pic>
          </mc:Fallback>
        </mc:AlternateContent>
        <p:pic>
          <p:nvPicPr>
            <p:cNvPr id="17" name="Picture 16">
              <a:extLst>
                <a:ext uri="{FF2B5EF4-FFF2-40B4-BE49-F238E27FC236}">
                  <a16:creationId xmlns:a16="http://schemas.microsoft.com/office/drawing/2014/main" id="{F3775035-08A3-8DFF-D4D3-4DCD8E9C1925}"/>
                </a:ext>
              </a:extLst>
            </p:cNvPr>
            <p:cNvPicPr>
              <a:picLocks noChangeAspect="1"/>
            </p:cNvPicPr>
            <p:nvPr/>
          </p:nvPicPr>
          <p:blipFill>
            <a:blip r:embed="rId19"/>
            <a:stretch>
              <a:fillRect/>
            </a:stretch>
          </p:blipFill>
          <p:spPr>
            <a:xfrm>
              <a:off x="599548" y="386604"/>
              <a:ext cx="3534268" cy="3296110"/>
            </a:xfrm>
            <a:prstGeom prst="rect">
              <a:avLst/>
            </a:prstGeom>
          </p:spPr>
        </p:pic>
        <p:pic>
          <p:nvPicPr>
            <p:cNvPr id="18" name="Picture 17">
              <a:extLst>
                <a:ext uri="{FF2B5EF4-FFF2-40B4-BE49-F238E27FC236}">
                  <a16:creationId xmlns:a16="http://schemas.microsoft.com/office/drawing/2014/main" id="{CB31C1FB-BB8E-04E9-97A2-8C75DDCB3E2F}"/>
                </a:ext>
              </a:extLst>
            </p:cNvPr>
            <p:cNvPicPr>
              <a:picLocks noChangeAspect="1"/>
            </p:cNvPicPr>
            <p:nvPr/>
          </p:nvPicPr>
          <p:blipFill>
            <a:blip r:embed="rId20"/>
            <a:stretch>
              <a:fillRect/>
            </a:stretch>
          </p:blipFill>
          <p:spPr>
            <a:xfrm>
              <a:off x="415275" y="4239018"/>
              <a:ext cx="4094167" cy="3457296"/>
            </a:xfrm>
            <a:prstGeom prst="rect">
              <a:avLst/>
            </a:prstGeom>
          </p:spPr>
        </p:pic>
      </p:grpSp>
    </p:spTree>
    <p:extLst>
      <p:ext uri="{BB962C8B-B14F-4D97-AF65-F5344CB8AC3E}">
        <p14:creationId xmlns:p14="http://schemas.microsoft.com/office/powerpoint/2010/main" val="23605063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A1EC5C8-F562-11E2-503A-8DB089657A76}"/>
              </a:ext>
            </a:extLst>
          </p:cNvPr>
          <p:cNvGrpSpPr/>
          <p:nvPr/>
        </p:nvGrpSpPr>
        <p:grpSpPr>
          <a:xfrm>
            <a:off x="396835" y="311825"/>
            <a:ext cx="11520845" cy="6058495"/>
            <a:chOff x="396835" y="311825"/>
            <a:chExt cx="13945305" cy="6691403"/>
          </a:xfrm>
        </p:grpSpPr>
        <p:sp>
          <p:nvSpPr>
            <p:cNvPr id="3" name="Text 0">
              <a:extLst>
                <a:ext uri="{FF2B5EF4-FFF2-40B4-BE49-F238E27FC236}">
                  <a16:creationId xmlns:a16="http://schemas.microsoft.com/office/drawing/2014/main" id="{FDC56DB3-7D8B-1DCE-7AC6-85F7018B60D4}"/>
                </a:ext>
              </a:extLst>
            </p:cNvPr>
            <p:cNvSpPr/>
            <p:nvPr/>
          </p:nvSpPr>
          <p:spPr>
            <a:xfrm>
              <a:off x="396835" y="311825"/>
              <a:ext cx="6316623" cy="354330"/>
            </a:xfrm>
            <a:prstGeom prst="rect">
              <a:avLst/>
            </a:prstGeom>
            <a:noFill/>
            <a:ln/>
          </p:spPr>
          <p:txBody>
            <a:bodyPr wrap="none" lIns="0" tIns="0" rIns="0" bIns="0" rtlCol="0" anchor="t"/>
            <a:lstStyle/>
            <a:p>
              <a:pPr marL="0" indent="0" algn="l">
                <a:lnSpc>
                  <a:spcPts val="2750"/>
                </a:lnSpc>
                <a:buNone/>
              </a:pPr>
              <a:r>
                <a:rPr lang="en-US" sz="2800" b="1" dirty="0">
                  <a:solidFill>
                    <a:srgbClr val="000000"/>
                  </a:solidFill>
                  <a:latin typeface="Times New Roman" panose="02020603050405020304" pitchFamily="18" charset="0"/>
                  <a:ea typeface="Inter Bold" pitchFamily="34" charset="-122"/>
                  <a:cs typeface="Times New Roman" panose="02020603050405020304" pitchFamily="18" charset="0"/>
                </a:rPr>
                <a:t>Milestone 3: Segment and Insight Deep-Dives</a:t>
              </a:r>
              <a:endParaRPr lang="en-US" sz="2800" dirty="0">
                <a:latin typeface="Times New Roman" panose="02020603050405020304" pitchFamily="18" charset="0"/>
                <a:cs typeface="Times New Roman" panose="02020603050405020304" pitchFamily="18" charset="0"/>
              </a:endParaRPr>
            </a:p>
          </p:txBody>
        </p:sp>
        <p:sp>
          <p:nvSpPr>
            <p:cNvPr id="4" name="Text 1">
              <a:extLst>
                <a:ext uri="{FF2B5EF4-FFF2-40B4-BE49-F238E27FC236}">
                  <a16:creationId xmlns:a16="http://schemas.microsoft.com/office/drawing/2014/main" id="{C84A1E33-E4B1-512E-AE23-F76F544AD94B}"/>
                </a:ext>
              </a:extLst>
            </p:cNvPr>
            <p:cNvSpPr/>
            <p:nvPr/>
          </p:nvSpPr>
          <p:spPr>
            <a:xfrm>
              <a:off x="396835" y="1151001"/>
              <a:ext cx="2045732" cy="283034"/>
            </a:xfrm>
            <a:prstGeom prst="rect">
              <a:avLst/>
            </a:prstGeom>
            <a:noFill/>
            <a:ln/>
          </p:spPr>
          <p:txBody>
            <a:bodyPr wrap="none" lIns="0" tIns="0" rIns="0" bIns="0" rtlCol="0" anchor="t"/>
            <a:lstStyle/>
            <a:p>
              <a:pPr marL="0" indent="0" algn="l">
                <a:lnSpc>
                  <a:spcPts val="1650"/>
                </a:lnSpc>
                <a:buNone/>
              </a:pPr>
              <a:r>
                <a:rPr lang="en-US" sz="2400" b="1" dirty="0">
                  <a:solidFill>
                    <a:srgbClr val="000000"/>
                  </a:solidFill>
                  <a:latin typeface="Times New Roman" panose="02020603050405020304" pitchFamily="18" charset="0"/>
                  <a:ea typeface="Inter Bold" pitchFamily="34" charset="-122"/>
                  <a:cs typeface="Times New Roman" panose="02020603050405020304" pitchFamily="18" charset="0"/>
                </a:rPr>
                <a:t>Week 5: Cohort Analysis</a:t>
              </a:r>
              <a:endParaRPr lang="en-US" sz="2400" dirty="0">
                <a:latin typeface="Times New Roman" panose="02020603050405020304" pitchFamily="18" charset="0"/>
                <a:cs typeface="Times New Roman" panose="02020603050405020304" pitchFamily="18" charset="0"/>
              </a:endParaRPr>
            </a:p>
          </p:txBody>
        </p:sp>
        <p:sp>
          <p:nvSpPr>
            <p:cNvPr id="5" name="Text 2">
              <a:extLst>
                <a:ext uri="{FF2B5EF4-FFF2-40B4-BE49-F238E27FC236}">
                  <a16:creationId xmlns:a16="http://schemas.microsoft.com/office/drawing/2014/main" id="{D4DD885E-DCBE-0B1E-B4AB-74FDEE8B2BBF}"/>
                </a:ext>
              </a:extLst>
            </p:cNvPr>
            <p:cNvSpPr/>
            <p:nvPr/>
          </p:nvSpPr>
          <p:spPr>
            <a:xfrm>
              <a:off x="396835" y="2020040"/>
              <a:ext cx="7485578" cy="241512"/>
            </a:xfrm>
            <a:prstGeom prst="rect">
              <a:avLst/>
            </a:prstGeom>
            <a:noFill/>
            <a:ln/>
          </p:spPr>
          <p:txBody>
            <a:bodyPr wrap="none" lIns="0" tIns="0" rIns="0" bIns="0" rtlCol="0" anchor="t"/>
            <a:lstStyle/>
            <a:p>
              <a:pPr marL="0" indent="0" algn="l">
                <a:lnSpc>
                  <a:spcPts val="1400"/>
                </a:lnSpc>
                <a:buNone/>
              </a:pPr>
              <a:r>
                <a:rPr lang="en-US" sz="1600" dirty="0">
                  <a:solidFill>
                    <a:srgbClr val="272525"/>
                  </a:solidFill>
                  <a:latin typeface="Times New Roman" panose="02020603050405020304" pitchFamily="18" charset="0"/>
                  <a:ea typeface="Inter" pitchFamily="34" charset="-122"/>
                  <a:cs typeface="Times New Roman" panose="02020603050405020304" pitchFamily="18" charset="0"/>
                </a:rPr>
                <a:t>Identify and profile the most significant user segments through multi-dimensional analysis.</a:t>
              </a:r>
              <a:endParaRPr lang="en-US" sz="1600" dirty="0">
                <a:latin typeface="Times New Roman" panose="02020603050405020304" pitchFamily="18" charset="0"/>
                <a:cs typeface="Times New Roman" panose="02020603050405020304" pitchFamily="18" charset="0"/>
              </a:endParaRPr>
            </a:p>
          </p:txBody>
        </p:sp>
        <p:sp>
          <p:nvSpPr>
            <p:cNvPr id="6" name="Text 3">
              <a:extLst>
                <a:ext uri="{FF2B5EF4-FFF2-40B4-BE49-F238E27FC236}">
                  <a16:creationId xmlns:a16="http://schemas.microsoft.com/office/drawing/2014/main" id="{987A3930-95E8-9766-A8C1-FED123BB9F6D}"/>
                </a:ext>
              </a:extLst>
            </p:cNvPr>
            <p:cNvSpPr/>
            <p:nvPr/>
          </p:nvSpPr>
          <p:spPr>
            <a:xfrm>
              <a:off x="396835" y="2303527"/>
              <a:ext cx="7485578" cy="241512"/>
            </a:xfrm>
            <a:prstGeom prst="rect">
              <a:avLst/>
            </a:prstGeom>
            <a:noFill/>
            <a:ln/>
          </p:spPr>
          <p:txBody>
            <a:bodyPr wrap="none" lIns="0" tIns="0" rIns="0" bIns="0" rtlCol="0" anchor="t"/>
            <a:lstStyle/>
            <a:p>
              <a:pPr marL="342900" indent="-342900" algn="l">
                <a:lnSpc>
                  <a:spcPts val="1400"/>
                </a:lnSpc>
                <a:buSzPct val="100000"/>
                <a:buChar char="•"/>
              </a:pPr>
              <a:r>
                <a:rPr lang="en-US" sz="1600" dirty="0">
                  <a:solidFill>
                    <a:srgbClr val="272525"/>
                  </a:solidFill>
                  <a:latin typeface="Times New Roman" panose="02020603050405020304" pitchFamily="18" charset="0"/>
                  <a:ea typeface="Inter" pitchFamily="34" charset="-122"/>
                  <a:cs typeface="Times New Roman" panose="02020603050405020304" pitchFamily="18" charset="0"/>
                </a:rPr>
                <a:t>Pinpoint top cohorts by age bands and device types</a:t>
              </a:r>
              <a:endParaRPr lang="en-US" sz="1600" dirty="0">
                <a:latin typeface="Times New Roman" panose="02020603050405020304" pitchFamily="18" charset="0"/>
                <a:cs typeface="Times New Roman" panose="02020603050405020304" pitchFamily="18" charset="0"/>
              </a:endParaRPr>
            </a:p>
          </p:txBody>
        </p:sp>
        <p:sp>
          <p:nvSpPr>
            <p:cNvPr id="7" name="Text 4">
              <a:extLst>
                <a:ext uri="{FF2B5EF4-FFF2-40B4-BE49-F238E27FC236}">
                  <a16:creationId xmlns:a16="http://schemas.microsoft.com/office/drawing/2014/main" id="{8DDEA292-D107-EA91-24F1-BF91A6503E01}"/>
                </a:ext>
              </a:extLst>
            </p:cNvPr>
            <p:cNvSpPr/>
            <p:nvPr/>
          </p:nvSpPr>
          <p:spPr>
            <a:xfrm>
              <a:off x="396835" y="2524626"/>
              <a:ext cx="7485578" cy="241512"/>
            </a:xfrm>
            <a:prstGeom prst="rect">
              <a:avLst/>
            </a:prstGeom>
            <a:noFill/>
            <a:ln/>
          </p:spPr>
          <p:txBody>
            <a:bodyPr wrap="none" lIns="0" tIns="0" rIns="0" bIns="0" rtlCol="0" anchor="t"/>
            <a:lstStyle/>
            <a:p>
              <a:pPr marL="342900" indent="-342900" algn="l">
                <a:lnSpc>
                  <a:spcPts val="1400"/>
                </a:lnSpc>
                <a:buSzPct val="100000"/>
                <a:buChar char="•"/>
              </a:pPr>
              <a:r>
                <a:rPr lang="en-US" sz="1600" dirty="0">
                  <a:solidFill>
                    <a:srgbClr val="272525"/>
                  </a:solidFill>
                  <a:latin typeface="Times New Roman" panose="02020603050405020304" pitchFamily="18" charset="0"/>
                  <a:ea typeface="Inter" pitchFamily="34" charset="-122"/>
                  <a:cs typeface="Times New Roman" panose="02020603050405020304" pitchFamily="18" charset="0"/>
                </a:rPr>
                <a:t>Create heatmaps showing engagement intensity</a:t>
              </a:r>
              <a:endParaRPr lang="en-US" sz="1600" dirty="0">
                <a:latin typeface="Times New Roman" panose="02020603050405020304" pitchFamily="18" charset="0"/>
                <a:cs typeface="Times New Roman" panose="02020603050405020304" pitchFamily="18" charset="0"/>
              </a:endParaRPr>
            </a:p>
          </p:txBody>
        </p:sp>
        <p:sp>
          <p:nvSpPr>
            <p:cNvPr id="8" name="Text 5">
              <a:extLst>
                <a:ext uri="{FF2B5EF4-FFF2-40B4-BE49-F238E27FC236}">
                  <a16:creationId xmlns:a16="http://schemas.microsoft.com/office/drawing/2014/main" id="{B2AEF5DD-D6AB-5ED8-6816-E55325DD447A}"/>
                </a:ext>
              </a:extLst>
            </p:cNvPr>
            <p:cNvSpPr/>
            <p:nvPr/>
          </p:nvSpPr>
          <p:spPr>
            <a:xfrm>
              <a:off x="396835" y="2745726"/>
              <a:ext cx="7485578" cy="241512"/>
            </a:xfrm>
            <a:prstGeom prst="rect">
              <a:avLst/>
            </a:prstGeom>
            <a:noFill/>
            <a:ln/>
          </p:spPr>
          <p:txBody>
            <a:bodyPr wrap="none" lIns="0" tIns="0" rIns="0" bIns="0" rtlCol="0" anchor="t"/>
            <a:lstStyle/>
            <a:p>
              <a:pPr marL="342900" indent="-342900" algn="l">
                <a:lnSpc>
                  <a:spcPts val="1400"/>
                </a:lnSpc>
                <a:buSzPct val="100000"/>
                <a:buChar char="•"/>
              </a:pPr>
              <a:r>
                <a:rPr lang="en-US" sz="1600" dirty="0">
                  <a:solidFill>
                    <a:srgbClr val="272525"/>
                  </a:solidFill>
                  <a:latin typeface="Times New Roman" panose="02020603050405020304" pitchFamily="18" charset="0"/>
                  <a:ea typeface="Inter" pitchFamily="34" charset="-122"/>
                  <a:cs typeface="Times New Roman" panose="02020603050405020304" pitchFamily="18" charset="0"/>
                </a:rPr>
                <a:t>Build stacked comparisons across demographics</a:t>
              </a:r>
              <a:endParaRPr lang="en-US" sz="1600" dirty="0">
                <a:latin typeface="Times New Roman" panose="02020603050405020304" pitchFamily="18" charset="0"/>
                <a:cs typeface="Times New Roman" panose="02020603050405020304" pitchFamily="18" charset="0"/>
              </a:endParaRPr>
            </a:p>
          </p:txBody>
        </p:sp>
        <p:sp>
          <p:nvSpPr>
            <p:cNvPr id="9" name="Text 6">
              <a:extLst>
                <a:ext uri="{FF2B5EF4-FFF2-40B4-BE49-F238E27FC236}">
                  <a16:creationId xmlns:a16="http://schemas.microsoft.com/office/drawing/2014/main" id="{A8D00808-3693-4EE3-6567-EDEA3AA6F9BD}"/>
                </a:ext>
              </a:extLst>
            </p:cNvPr>
            <p:cNvSpPr/>
            <p:nvPr/>
          </p:nvSpPr>
          <p:spPr>
            <a:xfrm>
              <a:off x="396835" y="2966825"/>
              <a:ext cx="7485578" cy="241512"/>
            </a:xfrm>
            <a:prstGeom prst="rect">
              <a:avLst/>
            </a:prstGeom>
            <a:noFill/>
            <a:ln/>
          </p:spPr>
          <p:txBody>
            <a:bodyPr wrap="none" lIns="0" tIns="0" rIns="0" bIns="0" rtlCol="0" anchor="t"/>
            <a:lstStyle/>
            <a:p>
              <a:pPr marL="342900" indent="-342900" algn="l">
                <a:lnSpc>
                  <a:spcPts val="1400"/>
                </a:lnSpc>
                <a:buSzPct val="100000"/>
                <a:buChar char="•"/>
              </a:pPr>
              <a:r>
                <a:rPr lang="en-US" sz="1600" dirty="0">
                  <a:solidFill>
                    <a:srgbClr val="272525"/>
                  </a:solidFill>
                  <a:latin typeface="Times New Roman" panose="02020603050405020304" pitchFamily="18" charset="0"/>
                  <a:ea typeface="Inter" pitchFamily="34" charset="-122"/>
                  <a:cs typeface="Times New Roman" panose="02020603050405020304" pitchFamily="18" charset="0"/>
                </a:rPr>
                <a:t>Analyze location-based segment differences</a:t>
              </a:r>
              <a:endParaRPr lang="en-US" sz="1600" dirty="0">
                <a:latin typeface="Times New Roman" panose="02020603050405020304" pitchFamily="18" charset="0"/>
                <a:cs typeface="Times New Roman" panose="02020603050405020304" pitchFamily="18" charset="0"/>
              </a:endParaRPr>
            </a:p>
          </p:txBody>
        </p:sp>
        <p:sp>
          <p:nvSpPr>
            <p:cNvPr id="10" name="Text 7">
              <a:extLst>
                <a:ext uri="{FF2B5EF4-FFF2-40B4-BE49-F238E27FC236}">
                  <a16:creationId xmlns:a16="http://schemas.microsoft.com/office/drawing/2014/main" id="{F285A554-A32D-1046-276A-92A292C309C9}"/>
                </a:ext>
              </a:extLst>
            </p:cNvPr>
            <p:cNvSpPr/>
            <p:nvPr/>
          </p:nvSpPr>
          <p:spPr>
            <a:xfrm>
              <a:off x="396835" y="4718479"/>
              <a:ext cx="2237542" cy="212646"/>
            </a:xfrm>
            <a:prstGeom prst="rect">
              <a:avLst/>
            </a:prstGeom>
            <a:noFill/>
            <a:ln/>
          </p:spPr>
          <p:txBody>
            <a:bodyPr wrap="none" lIns="0" tIns="0" rIns="0" bIns="0" rtlCol="0" anchor="t"/>
            <a:lstStyle/>
            <a:p>
              <a:pPr marL="0" indent="0" algn="l">
                <a:lnSpc>
                  <a:spcPts val="1650"/>
                </a:lnSpc>
                <a:buNone/>
              </a:pPr>
              <a:r>
                <a:rPr lang="en-US" sz="3200" b="1" dirty="0">
                  <a:solidFill>
                    <a:srgbClr val="000000"/>
                  </a:solidFill>
                  <a:latin typeface="Times New Roman" panose="02020603050405020304" pitchFamily="18" charset="0"/>
                  <a:ea typeface="Inter Bold" pitchFamily="34" charset="-122"/>
                  <a:cs typeface="Times New Roman" panose="02020603050405020304" pitchFamily="18" charset="0"/>
                </a:rPr>
                <a:t>Week</a:t>
              </a:r>
              <a:r>
                <a:rPr lang="en-US" sz="2400" b="1" dirty="0">
                  <a:solidFill>
                    <a:srgbClr val="000000"/>
                  </a:solidFill>
                  <a:latin typeface="Times New Roman" panose="02020603050405020304" pitchFamily="18" charset="0"/>
                  <a:ea typeface="Inter Bold" pitchFamily="34" charset="-122"/>
                  <a:cs typeface="Times New Roman" panose="02020603050405020304" pitchFamily="18" charset="0"/>
                </a:rPr>
                <a:t> 6: Temporal Patterns</a:t>
              </a:r>
              <a:endParaRPr lang="en-US" sz="2400" dirty="0">
                <a:latin typeface="Times New Roman" panose="02020603050405020304" pitchFamily="18" charset="0"/>
                <a:cs typeface="Times New Roman" panose="02020603050405020304" pitchFamily="18" charset="0"/>
              </a:endParaRPr>
            </a:p>
          </p:txBody>
        </p:sp>
        <p:sp>
          <p:nvSpPr>
            <p:cNvPr id="11" name="Text 8">
              <a:extLst>
                <a:ext uri="{FF2B5EF4-FFF2-40B4-BE49-F238E27FC236}">
                  <a16:creationId xmlns:a16="http://schemas.microsoft.com/office/drawing/2014/main" id="{5D57BB47-453C-A0BE-F581-4BDFC4D8DCF7}"/>
                </a:ext>
              </a:extLst>
            </p:cNvPr>
            <p:cNvSpPr/>
            <p:nvPr/>
          </p:nvSpPr>
          <p:spPr>
            <a:xfrm>
              <a:off x="396835" y="4831466"/>
              <a:ext cx="7485578" cy="181451"/>
            </a:xfrm>
            <a:prstGeom prst="rect">
              <a:avLst/>
            </a:prstGeom>
            <a:noFill/>
            <a:ln/>
          </p:spPr>
          <p:txBody>
            <a:bodyPr wrap="none" lIns="0" tIns="0" rIns="0" bIns="0" rtlCol="0" anchor="t"/>
            <a:lstStyle/>
            <a:p>
              <a:pPr marL="0" indent="0" algn="l">
                <a:lnSpc>
                  <a:spcPct val="250000"/>
                </a:lnSpc>
                <a:buNone/>
              </a:pPr>
              <a:r>
                <a:rPr lang="en-US" sz="1600" dirty="0">
                  <a:solidFill>
                    <a:srgbClr val="272525"/>
                  </a:solidFill>
                  <a:latin typeface="Times New Roman" panose="02020603050405020304" pitchFamily="18" charset="0"/>
                  <a:ea typeface="Inter" pitchFamily="34" charset="-122"/>
                  <a:cs typeface="Times New Roman" panose="02020603050405020304" pitchFamily="18" charset="0"/>
                </a:rPr>
                <a:t>Uncover seasonal variations and habit formations that drive user behavior over time.</a:t>
              </a:r>
              <a:endParaRPr lang="en-US" sz="1600" dirty="0">
                <a:latin typeface="Times New Roman" panose="02020603050405020304" pitchFamily="18" charset="0"/>
                <a:cs typeface="Times New Roman" panose="02020603050405020304" pitchFamily="18" charset="0"/>
              </a:endParaRPr>
            </a:p>
          </p:txBody>
        </p:sp>
        <p:sp>
          <p:nvSpPr>
            <p:cNvPr id="12" name="Text 9">
              <a:extLst>
                <a:ext uri="{FF2B5EF4-FFF2-40B4-BE49-F238E27FC236}">
                  <a16:creationId xmlns:a16="http://schemas.microsoft.com/office/drawing/2014/main" id="{0C835649-8CF2-7C28-89BA-465B34CA5E92}"/>
                </a:ext>
              </a:extLst>
            </p:cNvPr>
            <p:cNvSpPr/>
            <p:nvPr/>
          </p:nvSpPr>
          <p:spPr>
            <a:xfrm>
              <a:off x="396835" y="5114954"/>
              <a:ext cx="7485578" cy="181451"/>
            </a:xfrm>
            <a:prstGeom prst="rect">
              <a:avLst/>
            </a:prstGeom>
            <a:noFill/>
            <a:ln/>
          </p:spPr>
          <p:txBody>
            <a:bodyPr wrap="none" lIns="0" tIns="0" rIns="0" bIns="0" rtlCol="0" anchor="t"/>
            <a:lstStyle/>
            <a:p>
              <a:pPr marL="342900" indent="-342900" algn="l">
                <a:lnSpc>
                  <a:spcPct val="250000"/>
                </a:lnSpc>
                <a:buSzPct val="100000"/>
                <a:buChar char="•"/>
              </a:pPr>
              <a:r>
                <a:rPr lang="en-US" sz="1600" dirty="0">
                  <a:solidFill>
                    <a:srgbClr val="272525"/>
                  </a:solidFill>
                  <a:latin typeface="Times New Roman" panose="02020603050405020304" pitchFamily="18" charset="0"/>
                  <a:ea typeface="Inter" pitchFamily="34" charset="-122"/>
                  <a:cs typeface="Times New Roman" panose="02020603050405020304" pitchFamily="18" charset="0"/>
                </a:rPr>
                <a:t>Compare monthly or term-time engagement levels</a:t>
              </a:r>
              <a:endParaRPr lang="en-US" sz="1600" dirty="0">
                <a:latin typeface="Times New Roman" panose="02020603050405020304" pitchFamily="18" charset="0"/>
                <a:cs typeface="Times New Roman" panose="02020603050405020304" pitchFamily="18" charset="0"/>
              </a:endParaRPr>
            </a:p>
          </p:txBody>
        </p:sp>
        <p:sp>
          <p:nvSpPr>
            <p:cNvPr id="13" name="Text 10">
              <a:extLst>
                <a:ext uri="{FF2B5EF4-FFF2-40B4-BE49-F238E27FC236}">
                  <a16:creationId xmlns:a16="http://schemas.microsoft.com/office/drawing/2014/main" id="{D56511CD-BD8E-4044-E84C-72D080FE4209}"/>
                </a:ext>
              </a:extLst>
            </p:cNvPr>
            <p:cNvSpPr/>
            <p:nvPr/>
          </p:nvSpPr>
          <p:spPr>
            <a:xfrm>
              <a:off x="396835" y="5336053"/>
              <a:ext cx="7485578" cy="181451"/>
            </a:xfrm>
            <a:prstGeom prst="rect">
              <a:avLst/>
            </a:prstGeom>
            <a:noFill/>
            <a:ln/>
          </p:spPr>
          <p:txBody>
            <a:bodyPr wrap="none" lIns="0" tIns="0" rIns="0" bIns="0" rtlCol="0" anchor="t"/>
            <a:lstStyle/>
            <a:p>
              <a:pPr marL="342900" indent="-342900" algn="l">
                <a:lnSpc>
                  <a:spcPct val="250000"/>
                </a:lnSpc>
                <a:buSzPct val="100000"/>
                <a:buChar char="•"/>
              </a:pPr>
              <a:r>
                <a:rPr lang="en-US" sz="1600" dirty="0">
                  <a:solidFill>
                    <a:srgbClr val="272525"/>
                  </a:solidFill>
                  <a:latin typeface="Times New Roman" panose="02020603050405020304" pitchFamily="18" charset="0"/>
                  <a:ea typeface="Inter" pitchFamily="34" charset="-122"/>
                  <a:cs typeface="Times New Roman" panose="02020603050405020304" pitchFamily="18" charset="0"/>
                </a:rPr>
                <a:t>Identify calendar-driven usage spikes</a:t>
              </a:r>
              <a:endParaRPr lang="en-US" sz="1600" dirty="0">
                <a:latin typeface="Times New Roman" panose="02020603050405020304" pitchFamily="18" charset="0"/>
                <a:cs typeface="Times New Roman" panose="02020603050405020304" pitchFamily="18" charset="0"/>
              </a:endParaRPr>
            </a:p>
          </p:txBody>
        </p:sp>
        <p:sp>
          <p:nvSpPr>
            <p:cNvPr id="14" name="Text 11">
              <a:extLst>
                <a:ext uri="{FF2B5EF4-FFF2-40B4-BE49-F238E27FC236}">
                  <a16:creationId xmlns:a16="http://schemas.microsoft.com/office/drawing/2014/main" id="{4E1275C3-76FE-4DCD-CF5E-39E663239793}"/>
                </a:ext>
              </a:extLst>
            </p:cNvPr>
            <p:cNvSpPr/>
            <p:nvPr/>
          </p:nvSpPr>
          <p:spPr>
            <a:xfrm>
              <a:off x="396835" y="5557152"/>
              <a:ext cx="7485578" cy="181451"/>
            </a:xfrm>
            <a:prstGeom prst="rect">
              <a:avLst/>
            </a:prstGeom>
            <a:noFill/>
            <a:ln/>
          </p:spPr>
          <p:txBody>
            <a:bodyPr wrap="none" lIns="0" tIns="0" rIns="0" bIns="0" rtlCol="0" anchor="t"/>
            <a:lstStyle/>
            <a:p>
              <a:pPr marL="342900" indent="-342900" algn="l">
                <a:lnSpc>
                  <a:spcPct val="250000"/>
                </a:lnSpc>
                <a:buSzPct val="100000"/>
                <a:buChar char="•"/>
              </a:pPr>
              <a:r>
                <a:rPr lang="en-US" sz="1600" dirty="0">
                  <a:solidFill>
                    <a:srgbClr val="272525"/>
                  </a:solidFill>
                  <a:latin typeface="Times New Roman" panose="02020603050405020304" pitchFamily="18" charset="0"/>
                  <a:ea typeface="Inter" pitchFamily="34" charset="-122"/>
                  <a:cs typeface="Times New Roman" panose="02020603050405020304" pitchFamily="18" charset="0"/>
                </a:rPr>
                <a:t>Document drivers behind segment behaviors</a:t>
              </a:r>
              <a:endParaRPr lang="en-US" sz="1600" dirty="0">
                <a:latin typeface="Times New Roman" panose="02020603050405020304" pitchFamily="18" charset="0"/>
                <a:cs typeface="Times New Roman" panose="02020603050405020304" pitchFamily="18" charset="0"/>
              </a:endParaRPr>
            </a:p>
          </p:txBody>
        </p:sp>
        <p:pic>
          <p:nvPicPr>
            <p:cNvPr id="18" name="Picture 17">
              <a:extLst>
                <a:ext uri="{FF2B5EF4-FFF2-40B4-BE49-F238E27FC236}">
                  <a16:creationId xmlns:a16="http://schemas.microsoft.com/office/drawing/2014/main" id="{D78A3C8A-8358-0A10-0760-A8ECAF4DA23A}"/>
                </a:ext>
              </a:extLst>
            </p:cNvPr>
            <p:cNvPicPr>
              <a:picLocks noChangeAspect="1"/>
            </p:cNvPicPr>
            <p:nvPr/>
          </p:nvPicPr>
          <p:blipFill>
            <a:blip r:embed="rId2"/>
            <a:stretch>
              <a:fillRect/>
            </a:stretch>
          </p:blipFill>
          <p:spPr>
            <a:xfrm>
              <a:off x="8797816" y="488989"/>
              <a:ext cx="5296639" cy="3502098"/>
            </a:xfrm>
            <a:prstGeom prst="rect">
              <a:avLst/>
            </a:prstGeom>
          </p:spPr>
        </p:pic>
        <p:pic>
          <p:nvPicPr>
            <p:cNvPr id="19" name="Picture 18">
              <a:extLst>
                <a:ext uri="{FF2B5EF4-FFF2-40B4-BE49-F238E27FC236}">
                  <a16:creationId xmlns:a16="http://schemas.microsoft.com/office/drawing/2014/main" id="{DAE4A7C1-1A98-A77D-35D2-04C72D9F2FE9}"/>
                </a:ext>
              </a:extLst>
            </p:cNvPr>
            <p:cNvPicPr>
              <a:picLocks noChangeAspect="1"/>
            </p:cNvPicPr>
            <p:nvPr/>
          </p:nvPicPr>
          <p:blipFill>
            <a:blip r:embed="rId3"/>
            <a:stretch>
              <a:fillRect/>
            </a:stretch>
          </p:blipFill>
          <p:spPr>
            <a:xfrm>
              <a:off x="8240358" y="4410456"/>
              <a:ext cx="6101782" cy="2592772"/>
            </a:xfrm>
            <a:prstGeom prst="rect">
              <a:avLst/>
            </a:prstGeom>
          </p:spPr>
        </p:pic>
      </p:grpSp>
    </p:spTree>
    <p:extLst>
      <p:ext uri="{BB962C8B-B14F-4D97-AF65-F5344CB8AC3E}">
        <p14:creationId xmlns:p14="http://schemas.microsoft.com/office/powerpoint/2010/main" val="28535636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37E03F95-1E32-5631-1763-5C7D673EC745}"/>
              </a:ext>
            </a:extLst>
          </p:cNvPr>
          <p:cNvGrpSpPr/>
          <p:nvPr/>
        </p:nvGrpSpPr>
        <p:grpSpPr>
          <a:xfrm>
            <a:off x="793790" y="152400"/>
            <a:ext cx="11230570" cy="6598920"/>
            <a:chOff x="793790" y="0"/>
            <a:chExt cx="13836610" cy="8229600"/>
          </a:xfrm>
        </p:grpSpPr>
        <p:pic>
          <p:nvPicPr>
            <p:cNvPr id="3" name="Image 0" descr="preencoded.png">
              <a:extLst>
                <a:ext uri="{FF2B5EF4-FFF2-40B4-BE49-F238E27FC236}">
                  <a16:creationId xmlns:a16="http://schemas.microsoft.com/office/drawing/2014/main" id="{0A2E466C-7C3E-1BC4-7156-84D514132230}"/>
                </a:ext>
              </a:extLst>
            </p:cNvPr>
            <p:cNvPicPr>
              <a:picLocks noChangeAspect="1"/>
            </p:cNvPicPr>
            <p:nvPr/>
          </p:nvPicPr>
          <p:blipFill>
            <a:blip r:embed="rId2"/>
            <a:stretch>
              <a:fillRect/>
            </a:stretch>
          </p:blipFill>
          <p:spPr>
            <a:xfrm>
              <a:off x="9144000" y="0"/>
              <a:ext cx="5486400" cy="8229600"/>
            </a:xfrm>
            <a:prstGeom prst="rect">
              <a:avLst/>
            </a:prstGeom>
          </p:spPr>
        </p:pic>
        <p:sp>
          <p:nvSpPr>
            <p:cNvPr id="4" name="Text 0">
              <a:extLst>
                <a:ext uri="{FF2B5EF4-FFF2-40B4-BE49-F238E27FC236}">
                  <a16:creationId xmlns:a16="http://schemas.microsoft.com/office/drawing/2014/main" id="{AD632015-600B-9678-191E-83E6DE169417}"/>
                </a:ext>
              </a:extLst>
            </p:cNvPr>
            <p:cNvSpPr/>
            <p:nvPr/>
          </p:nvSpPr>
          <p:spPr>
            <a:xfrm>
              <a:off x="793790" y="626269"/>
              <a:ext cx="7556421" cy="1417558"/>
            </a:xfrm>
            <a:prstGeom prst="rect">
              <a:avLst/>
            </a:prstGeom>
            <a:noFill/>
            <a:ln/>
          </p:spPr>
          <p:txBody>
            <a:bodyPr wrap="square" lIns="0" tIns="0" rIns="0" bIns="0" rtlCol="0" anchor="t"/>
            <a:lstStyle/>
            <a:p>
              <a:pPr marL="0" indent="0" algn="l">
                <a:lnSpc>
                  <a:spcPts val="5550"/>
                </a:lnSpc>
                <a:buNone/>
              </a:pPr>
              <a:r>
                <a:rPr lang="en-US" sz="4450" b="1" dirty="0">
                  <a:solidFill>
                    <a:srgbClr val="000000"/>
                  </a:solidFill>
                  <a:latin typeface="Times New Roman" panose="02020603050405020304" pitchFamily="18" charset="0"/>
                  <a:ea typeface="Inter Bold" pitchFamily="34" charset="-122"/>
                  <a:cs typeface="Times New Roman" panose="02020603050405020304" pitchFamily="18" charset="0"/>
                </a:rPr>
                <a:t>Milestone 4: Report and Presentation</a:t>
              </a:r>
              <a:endParaRPr lang="en-US" sz="4450" dirty="0">
                <a:latin typeface="Times New Roman" panose="02020603050405020304" pitchFamily="18" charset="0"/>
                <a:cs typeface="Times New Roman" panose="02020603050405020304" pitchFamily="18" charset="0"/>
              </a:endParaRPr>
            </a:p>
          </p:txBody>
        </p:sp>
        <p:sp>
          <p:nvSpPr>
            <p:cNvPr id="5" name="Shape 1">
              <a:extLst>
                <a:ext uri="{FF2B5EF4-FFF2-40B4-BE49-F238E27FC236}">
                  <a16:creationId xmlns:a16="http://schemas.microsoft.com/office/drawing/2014/main" id="{13046488-B873-383E-FE8F-B2F82C047D61}"/>
                </a:ext>
              </a:extLst>
            </p:cNvPr>
            <p:cNvSpPr/>
            <p:nvPr/>
          </p:nvSpPr>
          <p:spPr>
            <a:xfrm>
              <a:off x="1048941" y="2383988"/>
              <a:ext cx="30480" cy="5219224"/>
            </a:xfrm>
            <a:prstGeom prst="roundRect">
              <a:avLst>
                <a:gd name="adj" fmla="val 312558"/>
              </a:avLst>
            </a:prstGeom>
            <a:solidFill>
              <a:srgbClr val="C0C1D7"/>
            </a:solidFill>
            <a:ln/>
          </p:spPr>
        </p:sp>
        <p:sp>
          <p:nvSpPr>
            <p:cNvPr id="6" name="Shape 2">
              <a:extLst>
                <a:ext uri="{FF2B5EF4-FFF2-40B4-BE49-F238E27FC236}">
                  <a16:creationId xmlns:a16="http://schemas.microsoft.com/office/drawing/2014/main" id="{AE2DBF93-E4B7-FD95-5D07-F26C93833E35}"/>
                </a:ext>
              </a:extLst>
            </p:cNvPr>
            <p:cNvSpPr/>
            <p:nvPr/>
          </p:nvSpPr>
          <p:spPr>
            <a:xfrm>
              <a:off x="1273612" y="2623899"/>
              <a:ext cx="680442" cy="30480"/>
            </a:xfrm>
            <a:prstGeom prst="roundRect">
              <a:avLst>
                <a:gd name="adj" fmla="val 312558"/>
              </a:avLst>
            </a:prstGeom>
            <a:solidFill>
              <a:srgbClr val="C0C1D7"/>
            </a:solidFill>
            <a:ln/>
          </p:spPr>
        </p:sp>
        <p:sp>
          <p:nvSpPr>
            <p:cNvPr id="7" name="Shape 3">
              <a:extLst>
                <a:ext uri="{FF2B5EF4-FFF2-40B4-BE49-F238E27FC236}">
                  <a16:creationId xmlns:a16="http://schemas.microsoft.com/office/drawing/2014/main" id="{D42435E2-9F64-4C90-3816-3982247DA6E5}"/>
                </a:ext>
              </a:extLst>
            </p:cNvPr>
            <p:cNvSpPr/>
            <p:nvPr/>
          </p:nvSpPr>
          <p:spPr>
            <a:xfrm>
              <a:off x="793790" y="2383988"/>
              <a:ext cx="510302" cy="510302"/>
            </a:xfrm>
            <a:prstGeom prst="roundRect">
              <a:avLst>
                <a:gd name="adj" fmla="val 18669"/>
              </a:avLst>
            </a:prstGeom>
            <a:solidFill>
              <a:srgbClr val="DADBF1"/>
            </a:solidFill>
            <a:ln w="7620">
              <a:solidFill>
                <a:srgbClr val="C0C1D7"/>
              </a:solidFill>
              <a:prstDash val="solid"/>
            </a:ln>
          </p:spPr>
        </p:sp>
        <p:sp>
          <p:nvSpPr>
            <p:cNvPr id="8" name="Text 4">
              <a:extLst>
                <a:ext uri="{FF2B5EF4-FFF2-40B4-BE49-F238E27FC236}">
                  <a16:creationId xmlns:a16="http://schemas.microsoft.com/office/drawing/2014/main" id="{2816548F-47AC-BCFA-B4F3-BE469427F129}"/>
                </a:ext>
              </a:extLst>
            </p:cNvPr>
            <p:cNvSpPr/>
            <p:nvPr/>
          </p:nvSpPr>
          <p:spPr>
            <a:xfrm>
              <a:off x="878860" y="2426494"/>
              <a:ext cx="340162" cy="425291"/>
            </a:xfrm>
            <a:prstGeom prst="rect">
              <a:avLst/>
            </a:prstGeom>
            <a:noFill/>
            <a:ln/>
          </p:spPr>
          <p:txBody>
            <a:bodyPr wrap="none" lIns="0" tIns="0" rIns="0" bIns="0" rtlCol="0" anchor="t"/>
            <a:lstStyle/>
            <a:p>
              <a:pPr marL="0" indent="0" algn="ctr">
                <a:lnSpc>
                  <a:spcPts val="2650"/>
                </a:lnSpc>
                <a:buNone/>
              </a:pPr>
              <a:r>
                <a:rPr lang="en-US" sz="2650" b="1" dirty="0">
                  <a:solidFill>
                    <a:srgbClr val="272525"/>
                  </a:solidFill>
                  <a:latin typeface="Times New Roman" panose="02020603050405020304" pitchFamily="18" charset="0"/>
                  <a:ea typeface="Inter Bold" pitchFamily="34" charset="-122"/>
                  <a:cs typeface="Times New Roman" panose="02020603050405020304" pitchFamily="18" charset="0"/>
                </a:rPr>
                <a:t>1</a:t>
              </a:r>
              <a:endParaRPr lang="en-US" sz="2650" dirty="0">
                <a:latin typeface="Times New Roman" panose="02020603050405020304" pitchFamily="18" charset="0"/>
                <a:cs typeface="Times New Roman" panose="02020603050405020304" pitchFamily="18" charset="0"/>
              </a:endParaRPr>
            </a:p>
          </p:txBody>
        </p:sp>
        <p:sp>
          <p:nvSpPr>
            <p:cNvPr id="9" name="Text 5">
              <a:extLst>
                <a:ext uri="{FF2B5EF4-FFF2-40B4-BE49-F238E27FC236}">
                  <a16:creationId xmlns:a16="http://schemas.microsoft.com/office/drawing/2014/main" id="{BA092219-2DFB-E7C9-0C2D-83D68151E53A}"/>
                </a:ext>
              </a:extLst>
            </p:cNvPr>
            <p:cNvSpPr/>
            <p:nvPr/>
          </p:nvSpPr>
          <p:spPr>
            <a:xfrm>
              <a:off x="2183011" y="2461855"/>
              <a:ext cx="4582954"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Times New Roman" panose="02020603050405020304" pitchFamily="18" charset="0"/>
                  <a:ea typeface="Inter Bold" pitchFamily="34" charset="-122"/>
                  <a:cs typeface="Times New Roman" panose="02020603050405020304" pitchFamily="18" charset="0"/>
                </a:rPr>
                <a:t>Week 7: Dashboard Development</a:t>
              </a:r>
              <a:endParaRPr lang="en-US" sz="2200" dirty="0">
                <a:latin typeface="Times New Roman" panose="02020603050405020304" pitchFamily="18" charset="0"/>
                <a:cs typeface="Times New Roman" panose="02020603050405020304" pitchFamily="18" charset="0"/>
              </a:endParaRPr>
            </a:p>
          </p:txBody>
        </p:sp>
        <p:sp>
          <p:nvSpPr>
            <p:cNvPr id="10" name="Text 6">
              <a:extLst>
                <a:ext uri="{FF2B5EF4-FFF2-40B4-BE49-F238E27FC236}">
                  <a16:creationId xmlns:a16="http://schemas.microsoft.com/office/drawing/2014/main" id="{0B3196D5-4BD2-722E-471A-0F2F29696BBA}"/>
                </a:ext>
              </a:extLst>
            </p:cNvPr>
            <p:cNvSpPr/>
            <p:nvPr/>
          </p:nvSpPr>
          <p:spPr>
            <a:xfrm>
              <a:off x="2183011" y="2952274"/>
              <a:ext cx="6167199" cy="1814513"/>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Times New Roman" panose="02020603050405020304" pitchFamily="18" charset="0"/>
                  <a:ea typeface="Inter" pitchFamily="34" charset="-122"/>
                  <a:cs typeface="Times New Roman" panose="02020603050405020304" pitchFamily="18" charset="0"/>
                </a:rPr>
                <a:t>Assemble a coherent narrative from visualizations and build an interactive Tableau or Power BI dashboard featuring dynamic filters for age band, gender, and location type. Ensure all titles, labels, legends, and axes are crystal clear for stakeholder comprehension.</a:t>
              </a:r>
              <a:endParaRPr lang="en-US" sz="1750" dirty="0">
                <a:latin typeface="Times New Roman" panose="02020603050405020304" pitchFamily="18" charset="0"/>
                <a:cs typeface="Times New Roman" panose="02020603050405020304" pitchFamily="18" charset="0"/>
              </a:endParaRPr>
            </a:p>
          </p:txBody>
        </p:sp>
        <p:sp>
          <p:nvSpPr>
            <p:cNvPr id="11" name="Shape 7">
              <a:extLst>
                <a:ext uri="{FF2B5EF4-FFF2-40B4-BE49-F238E27FC236}">
                  <a16:creationId xmlns:a16="http://schemas.microsoft.com/office/drawing/2014/main" id="{DC7E2B5C-E272-6CC3-0165-56500AEF73C4}"/>
                </a:ext>
              </a:extLst>
            </p:cNvPr>
            <p:cNvSpPr/>
            <p:nvPr/>
          </p:nvSpPr>
          <p:spPr>
            <a:xfrm>
              <a:off x="1273612" y="5460325"/>
              <a:ext cx="680442" cy="30480"/>
            </a:xfrm>
            <a:prstGeom prst="roundRect">
              <a:avLst>
                <a:gd name="adj" fmla="val 312558"/>
              </a:avLst>
            </a:prstGeom>
            <a:solidFill>
              <a:srgbClr val="C0C1D7"/>
            </a:solidFill>
            <a:ln/>
          </p:spPr>
        </p:sp>
        <p:sp>
          <p:nvSpPr>
            <p:cNvPr id="12" name="Shape 8">
              <a:extLst>
                <a:ext uri="{FF2B5EF4-FFF2-40B4-BE49-F238E27FC236}">
                  <a16:creationId xmlns:a16="http://schemas.microsoft.com/office/drawing/2014/main" id="{EF73ABBD-4478-77D4-E43E-8146FA2A2F3B}"/>
                </a:ext>
              </a:extLst>
            </p:cNvPr>
            <p:cNvSpPr/>
            <p:nvPr/>
          </p:nvSpPr>
          <p:spPr>
            <a:xfrm>
              <a:off x="793790" y="5220414"/>
              <a:ext cx="510302" cy="510302"/>
            </a:xfrm>
            <a:prstGeom prst="roundRect">
              <a:avLst>
                <a:gd name="adj" fmla="val 18669"/>
              </a:avLst>
            </a:prstGeom>
            <a:solidFill>
              <a:srgbClr val="DADBF1"/>
            </a:solidFill>
            <a:ln w="7620">
              <a:solidFill>
                <a:srgbClr val="C0C1D7"/>
              </a:solidFill>
              <a:prstDash val="solid"/>
            </a:ln>
          </p:spPr>
        </p:sp>
        <p:sp>
          <p:nvSpPr>
            <p:cNvPr id="13" name="Text 9">
              <a:extLst>
                <a:ext uri="{FF2B5EF4-FFF2-40B4-BE49-F238E27FC236}">
                  <a16:creationId xmlns:a16="http://schemas.microsoft.com/office/drawing/2014/main" id="{73873B60-28A9-AB58-BABB-944C6D637593}"/>
                </a:ext>
              </a:extLst>
            </p:cNvPr>
            <p:cNvSpPr/>
            <p:nvPr/>
          </p:nvSpPr>
          <p:spPr>
            <a:xfrm>
              <a:off x="878860" y="5262920"/>
              <a:ext cx="340162" cy="425291"/>
            </a:xfrm>
            <a:prstGeom prst="rect">
              <a:avLst/>
            </a:prstGeom>
            <a:noFill/>
            <a:ln/>
          </p:spPr>
          <p:txBody>
            <a:bodyPr wrap="none" lIns="0" tIns="0" rIns="0" bIns="0" rtlCol="0" anchor="t"/>
            <a:lstStyle/>
            <a:p>
              <a:pPr marL="0" indent="0" algn="ctr">
                <a:lnSpc>
                  <a:spcPts val="2650"/>
                </a:lnSpc>
                <a:buNone/>
              </a:pPr>
              <a:r>
                <a:rPr lang="en-US" sz="2650" b="1" dirty="0">
                  <a:solidFill>
                    <a:srgbClr val="272525"/>
                  </a:solidFill>
                  <a:latin typeface="Times New Roman" panose="02020603050405020304" pitchFamily="18" charset="0"/>
                  <a:ea typeface="Inter Bold" pitchFamily="34" charset="-122"/>
                  <a:cs typeface="Times New Roman" panose="02020603050405020304" pitchFamily="18" charset="0"/>
                </a:rPr>
                <a:t>2</a:t>
              </a:r>
              <a:endParaRPr lang="en-US" sz="2650" dirty="0">
                <a:latin typeface="Times New Roman" panose="02020603050405020304" pitchFamily="18" charset="0"/>
                <a:cs typeface="Times New Roman" panose="02020603050405020304" pitchFamily="18" charset="0"/>
              </a:endParaRPr>
            </a:p>
          </p:txBody>
        </p:sp>
        <p:sp>
          <p:nvSpPr>
            <p:cNvPr id="14" name="Text 10">
              <a:extLst>
                <a:ext uri="{FF2B5EF4-FFF2-40B4-BE49-F238E27FC236}">
                  <a16:creationId xmlns:a16="http://schemas.microsoft.com/office/drawing/2014/main" id="{61DBE5A2-1656-460C-EA9B-DBE7B35CE0A1}"/>
                </a:ext>
              </a:extLst>
            </p:cNvPr>
            <p:cNvSpPr/>
            <p:nvPr/>
          </p:nvSpPr>
          <p:spPr>
            <a:xfrm>
              <a:off x="2183011" y="5298281"/>
              <a:ext cx="4796671" cy="354330"/>
            </a:xfrm>
            <a:prstGeom prst="rect">
              <a:avLst/>
            </a:prstGeom>
            <a:noFill/>
            <a:ln/>
          </p:spPr>
          <p:txBody>
            <a:bodyPr wrap="none" lIns="0" tIns="0" rIns="0" bIns="0" rtlCol="0" anchor="t"/>
            <a:lstStyle/>
            <a:p>
              <a:pPr marL="0" indent="0" algn="l">
                <a:lnSpc>
                  <a:spcPts val="2750"/>
                </a:lnSpc>
                <a:buNone/>
              </a:pPr>
              <a:r>
                <a:rPr lang="en-US" sz="2200" b="1" dirty="0">
                  <a:solidFill>
                    <a:srgbClr val="272525"/>
                  </a:solidFill>
                  <a:latin typeface="Times New Roman" panose="02020603050405020304" pitchFamily="18" charset="0"/>
                  <a:ea typeface="Inter Bold" pitchFamily="34" charset="-122"/>
                  <a:cs typeface="Times New Roman" panose="02020603050405020304" pitchFamily="18" charset="0"/>
                </a:rPr>
                <a:t>Week 8: Documentation &amp; Delivery</a:t>
              </a:r>
              <a:endParaRPr lang="en-US" sz="2200" dirty="0">
                <a:latin typeface="Times New Roman" panose="02020603050405020304" pitchFamily="18" charset="0"/>
                <a:cs typeface="Times New Roman" panose="02020603050405020304" pitchFamily="18" charset="0"/>
              </a:endParaRPr>
            </a:p>
          </p:txBody>
        </p:sp>
        <p:sp>
          <p:nvSpPr>
            <p:cNvPr id="15" name="Text 11">
              <a:extLst>
                <a:ext uri="{FF2B5EF4-FFF2-40B4-BE49-F238E27FC236}">
                  <a16:creationId xmlns:a16="http://schemas.microsoft.com/office/drawing/2014/main" id="{C0DA7FA6-FE72-3DA2-FDB7-A7582B1319BD}"/>
                </a:ext>
              </a:extLst>
            </p:cNvPr>
            <p:cNvSpPr/>
            <p:nvPr/>
          </p:nvSpPr>
          <p:spPr>
            <a:xfrm>
              <a:off x="2183011" y="5788700"/>
              <a:ext cx="6167199" cy="1814513"/>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Times New Roman" panose="02020603050405020304" pitchFamily="18" charset="0"/>
                  <a:ea typeface="Inter" pitchFamily="34" charset="-122"/>
                  <a:cs typeface="Times New Roman" panose="02020603050405020304" pitchFamily="18" charset="0"/>
                </a:rPr>
                <a:t>Create comprehensive final report (PDF/README format), develop presentation slide deck with key insights highlighted, and prepare walkthrough demonstrations of dashboard interactions. Package all assets in organized repository.</a:t>
              </a:r>
              <a:endParaRPr lang="en-US" sz="1750" dirty="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41157430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7A931E2-AD47-16CD-59CD-DE47A4384E14}"/>
              </a:ext>
            </a:extLst>
          </p:cNvPr>
          <p:cNvPicPr>
            <a:picLocks noChangeAspect="1"/>
          </p:cNvPicPr>
          <p:nvPr/>
        </p:nvPicPr>
        <p:blipFill>
          <a:blip r:embed="rId2"/>
          <a:stretch>
            <a:fillRect/>
          </a:stretch>
        </p:blipFill>
        <p:spPr>
          <a:xfrm>
            <a:off x="556439" y="884498"/>
            <a:ext cx="11079121" cy="5363323"/>
          </a:xfrm>
          <a:prstGeom prst="rect">
            <a:avLst/>
          </a:prstGeom>
        </p:spPr>
      </p:pic>
      <p:sp>
        <p:nvSpPr>
          <p:cNvPr id="3" name="TextBox 2">
            <a:extLst>
              <a:ext uri="{FF2B5EF4-FFF2-40B4-BE49-F238E27FC236}">
                <a16:creationId xmlns:a16="http://schemas.microsoft.com/office/drawing/2014/main" id="{3D37274F-1ED8-3BC5-255D-8B70F1ED031E}"/>
              </a:ext>
            </a:extLst>
          </p:cNvPr>
          <p:cNvSpPr txBox="1"/>
          <p:nvPr/>
        </p:nvSpPr>
        <p:spPr>
          <a:xfrm>
            <a:off x="5120640" y="241425"/>
            <a:ext cx="1699568" cy="369332"/>
          </a:xfrm>
          <a:prstGeom prst="rect">
            <a:avLst/>
          </a:prstGeom>
          <a:noFill/>
        </p:spPr>
        <p:txBody>
          <a:bodyPr wrap="none" rtlCol="0">
            <a:spAutoFit/>
          </a:bodyPr>
          <a:lstStyle/>
          <a:p>
            <a:r>
              <a:rPr lang="en-US" dirty="0"/>
              <a:t>Final Dashboard</a:t>
            </a:r>
            <a:endParaRPr lang="en-IN" dirty="0"/>
          </a:p>
        </p:txBody>
      </p:sp>
    </p:spTree>
    <p:extLst>
      <p:ext uri="{BB962C8B-B14F-4D97-AF65-F5344CB8AC3E}">
        <p14:creationId xmlns:p14="http://schemas.microsoft.com/office/powerpoint/2010/main" val="13719559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622</Words>
  <Application>Microsoft Office PowerPoint</Application>
  <PresentationFormat>Widescreen</PresentationFormat>
  <Paragraphs>80</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Saurav Agrawal</dc:creator>
  <cp:lastModifiedBy>Saurav Agrawal</cp:lastModifiedBy>
  <cp:revision>1</cp:revision>
  <dcterms:created xsi:type="dcterms:W3CDTF">2025-12-05T14:21:03Z</dcterms:created>
  <dcterms:modified xsi:type="dcterms:W3CDTF">2025-12-05T14:25:00Z</dcterms:modified>
</cp:coreProperties>
</file>