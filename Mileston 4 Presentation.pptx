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8" r:id="rId3"/>
    <p:sldId id="257" r:id="rId4"/>
    <p:sldId id="259" r:id="rId5"/>
    <p:sldId id="262" r:id="rId6"/>
    <p:sldId id="260" r:id="rId7"/>
    <p:sldId id="263" r:id="rId8"/>
    <p:sldId id="264" r:id="rId9"/>
    <p:sldId id="265" r:id="rId10"/>
    <p:sldId id="266" r:id="rId11"/>
    <p:sldId id="267" r:id="rId12"/>
    <p:sldId id="26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6B918F-0BC7-4E09-A9D8-1C6D3DF3A845}" type="doc">
      <dgm:prSet loTypeId="urn:diagrams.loki3.com/VaryingWidthList" loCatId="list" qsTypeId="urn:microsoft.com/office/officeart/2005/8/quickstyle/simple4" qsCatId="simple" csTypeId="urn:microsoft.com/office/officeart/2005/8/colors/accent2_2" csCatId="accent2" phldr="1"/>
      <dgm:spPr/>
      <dgm:t>
        <a:bodyPr/>
        <a:lstStyle/>
        <a:p>
          <a:endParaRPr lang="en-IN"/>
        </a:p>
      </dgm:t>
    </dgm:pt>
    <dgm:pt modelId="{F847A2AA-99BF-4FA9-BC39-F4A3E8E04991}">
      <dgm:prSet phldrT="[Text]" custT="1"/>
      <dgm:spPr/>
      <dgm:t>
        <a:bodyPr spcFirstLastPara="0" vert="horz" wrap="square" lIns="40640" tIns="40640" rIns="40640" bIns="40640" numCol="1" spcCol="1270" anchor="ctr" anchorCtr="0"/>
        <a:lstStyle/>
        <a:p>
          <a:pPr marL="0" lvl="0" indent="0" algn="ctr" defTabSz="711200">
            <a:lnSpc>
              <a:spcPct val="90000"/>
            </a:lnSpc>
            <a:spcBef>
              <a:spcPct val="0"/>
            </a:spcBef>
            <a:spcAft>
              <a:spcPct val="35000"/>
            </a:spcAft>
            <a:buNone/>
          </a:pPr>
          <a:r>
            <a:rPr lang="en-IN" sz="2000" kern="1200">
              <a:latin typeface="Century Gothic" panose="020B0502020202020204"/>
              <a:ea typeface="+mn-ea"/>
              <a:cs typeface="+mn-cs"/>
            </a:rPr>
            <a:t>Removed Duplicate rows </a:t>
          </a:r>
          <a:endParaRPr lang="en-IN" sz="2000" kern="1200" dirty="0">
            <a:latin typeface="Century Gothic" panose="020B0502020202020204"/>
            <a:ea typeface="+mn-ea"/>
            <a:cs typeface="+mn-cs"/>
          </a:endParaRPr>
        </a:p>
      </dgm:t>
    </dgm:pt>
    <dgm:pt modelId="{257029AC-B94C-446A-8009-2A693258E849}" type="parTrans" cxnId="{E6528116-A8C7-4B81-AD48-696B349F5FF7}">
      <dgm:prSet/>
      <dgm:spPr/>
      <dgm:t>
        <a:bodyPr/>
        <a:lstStyle/>
        <a:p>
          <a:endParaRPr lang="en-IN"/>
        </a:p>
      </dgm:t>
    </dgm:pt>
    <dgm:pt modelId="{C210E201-4BED-44CA-B815-B52264FB0C54}" type="sibTrans" cxnId="{E6528116-A8C7-4B81-AD48-696B349F5FF7}">
      <dgm:prSet/>
      <dgm:spPr/>
      <dgm:t>
        <a:bodyPr/>
        <a:lstStyle/>
        <a:p>
          <a:endParaRPr lang="en-IN"/>
        </a:p>
      </dgm:t>
    </dgm:pt>
    <dgm:pt modelId="{7960AB5B-4C8C-4854-853E-CFC5A640EFDD}">
      <dgm:prSet phldrT="[Text]" custT="1"/>
      <dgm:spPr/>
      <dgm:t>
        <a:bodyPr/>
        <a:lstStyle/>
        <a:p>
          <a:pPr>
            <a:buNone/>
          </a:pPr>
          <a:r>
            <a:rPr lang="en-IN" sz="2000" dirty="0"/>
            <a:t>Changed datatype </a:t>
          </a:r>
        </a:p>
      </dgm:t>
    </dgm:pt>
    <dgm:pt modelId="{1252C89D-A9E7-480E-BCFE-94A5B1317CD9}" type="parTrans" cxnId="{6261C78E-C9A6-45FB-93EF-7D3719847141}">
      <dgm:prSet/>
      <dgm:spPr/>
      <dgm:t>
        <a:bodyPr/>
        <a:lstStyle/>
        <a:p>
          <a:endParaRPr lang="en-IN"/>
        </a:p>
      </dgm:t>
    </dgm:pt>
    <dgm:pt modelId="{86595B23-4771-4E05-B573-55E5C72CD321}" type="sibTrans" cxnId="{6261C78E-C9A6-45FB-93EF-7D3719847141}">
      <dgm:prSet/>
      <dgm:spPr/>
      <dgm:t>
        <a:bodyPr/>
        <a:lstStyle/>
        <a:p>
          <a:endParaRPr lang="en-IN"/>
        </a:p>
      </dgm:t>
    </dgm:pt>
    <dgm:pt modelId="{F600400E-85F3-40F3-ADC8-44B2ABBE65A1}">
      <dgm:prSet phldrT="[Text]" custT="1"/>
      <dgm:spPr/>
      <dgm:t>
        <a:bodyPr/>
        <a:lstStyle/>
        <a:p>
          <a:pPr>
            <a:buNone/>
          </a:pPr>
          <a:r>
            <a:rPr lang="en-IN" sz="2000" u="none" dirty="0"/>
            <a:t>Goals and workflow</a:t>
          </a:r>
        </a:p>
      </dgm:t>
    </dgm:pt>
    <dgm:pt modelId="{BFAE7586-39E0-42F0-978B-395C531AD754}" type="parTrans" cxnId="{00DF8696-0020-4785-9241-5ADFB7878D9C}">
      <dgm:prSet/>
      <dgm:spPr/>
      <dgm:t>
        <a:bodyPr/>
        <a:lstStyle/>
        <a:p>
          <a:endParaRPr lang="en-IN"/>
        </a:p>
      </dgm:t>
    </dgm:pt>
    <dgm:pt modelId="{BF7D264E-EB56-475D-8BF2-3DB27DBFB104}" type="sibTrans" cxnId="{00DF8696-0020-4785-9241-5ADFB7878D9C}">
      <dgm:prSet/>
      <dgm:spPr/>
      <dgm:t>
        <a:bodyPr/>
        <a:lstStyle/>
        <a:p>
          <a:endParaRPr lang="en-IN"/>
        </a:p>
      </dgm:t>
    </dgm:pt>
    <dgm:pt modelId="{BBE3C9F1-2CBD-4E21-820E-36FBC840B9EF}">
      <dgm:prSet phldrT="[Text]" custT="1"/>
      <dgm:spPr/>
      <dgm:t>
        <a:bodyPr spcFirstLastPara="0" vert="horz" wrap="square" lIns="50800" tIns="50800" rIns="50800" bIns="50800" numCol="1" spcCol="1270" anchor="ctr" anchorCtr="0"/>
        <a:lstStyle/>
        <a:p>
          <a:pPr>
            <a:buNone/>
          </a:pPr>
          <a:r>
            <a:rPr lang="en-IN" sz="2000" u="none" kern="1200" dirty="0">
              <a:latin typeface="Century Gothic" panose="020B0502020202020204"/>
              <a:ea typeface="+mn-ea"/>
              <a:cs typeface="+mn-cs"/>
            </a:rPr>
            <a:t>Deriving</a:t>
          </a:r>
          <a:r>
            <a:rPr lang="en-IN" sz="2000" kern="1200" dirty="0"/>
            <a:t> new fields </a:t>
          </a:r>
          <a:endParaRPr lang="en-IN" sz="2000" u="none" kern="1200" dirty="0"/>
        </a:p>
      </dgm:t>
    </dgm:pt>
    <dgm:pt modelId="{FFB95BEC-80E4-4875-B1E5-BAE820039310}" type="parTrans" cxnId="{66076EEB-DA39-48B2-9DD9-D32E94F07068}">
      <dgm:prSet/>
      <dgm:spPr/>
      <dgm:t>
        <a:bodyPr/>
        <a:lstStyle/>
        <a:p>
          <a:endParaRPr lang="en-IN"/>
        </a:p>
      </dgm:t>
    </dgm:pt>
    <dgm:pt modelId="{900D715F-0BEA-40AE-BCF1-76AA10E5F04C}" type="sibTrans" cxnId="{66076EEB-DA39-48B2-9DD9-D32E94F07068}">
      <dgm:prSet/>
      <dgm:spPr/>
      <dgm:t>
        <a:bodyPr/>
        <a:lstStyle/>
        <a:p>
          <a:endParaRPr lang="en-IN"/>
        </a:p>
      </dgm:t>
    </dgm:pt>
    <dgm:pt modelId="{06A11DF1-01A6-4573-A0B0-F8C2CAC5F1D0}">
      <dgm:prSet phldrT="[Text]" custT="1"/>
      <dgm:spPr/>
      <dgm:t>
        <a:bodyPr/>
        <a:lstStyle/>
        <a:p>
          <a:pPr>
            <a:buNone/>
          </a:pPr>
          <a:r>
            <a:rPr lang="en-US" sz="2000" u="none" dirty="0"/>
            <a:t>Creation of Age Band column</a:t>
          </a:r>
          <a:endParaRPr lang="en-IN" sz="2000" u="none" dirty="0"/>
        </a:p>
      </dgm:t>
    </dgm:pt>
    <dgm:pt modelId="{1976946A-6518-4184-81F4-74F50D6D6ED5}" type="parTrans" cxnId="{84EE2257-0B69-413B-A2E2-845CAC79D5A1}">
      <dgm:prSet/>
      <dgm:spPr/>
      <dgm:t>
        <a:bodyPr/>
        <a:lstStyle/>
        <a:p>
          <a:endParaRPr lang="en-IN"/>
        </a:p>
      </dgm:t>
    </dgm:pt>
    <dgm:pt modelId="{60E61B14-DD0C-49C3-86CA-FFEFD80BE830}" type="sibTrans" cxnId="{84EE2257-0B69-413B-A2E2-845CAC79D5A1}">
      <dgm:prSet/>
      <dgm:spPr/>
      <dgm:t>
        <a:bodyPr/>
        <a:lstStyle/>
        <a:p>
          <a:endParaRPr lang="en-IN"/>
        </a:p>
      </dgm:t>
    </dgm:pt>
    <dgm:pt modelId="{0CA7B02E-0795-4EAA-80EE-6785E0C74294}" type="pres">
      <dgm:prSet presAssocID="{126B918F-0BC7-4E09-A9D8-1C6D3DF3A845}" presName="Name0" presStyleCnt="0">
        <dgm:presLayoutVars>
          <dgm:resizeHandles/>
        </dgm:presLayoutVars>
      </dgm:prSet>
      <dgm:spPr/>
    </dgm:pt>
    <dgm:pt modelId="{53047A0C-5AA1-4D43-B294-7B078A3BB78D}" type="pres">
      <dgm:prSet presAssocID="{F847A2AA-99BF-4FA9-BC39-F4A3E8E04991}" presName="text" presStyleLbl="node1" presStyleIdx="0" presStyleCnt="5" custScaleX="181034" custLinFactY="100000" custLinFactNeighborX="-2095" custLinFactNeighborY="162718">
        <dgm:presLayoutVars>
          <dgm:bulletEnabled val="1"/>
        </dgm:presLayoutVars>
      </dgm:prSet>
      <dgm:spPr>
        <a:xfrm>
          <a:off x="0" y="2080"/>
          <a:ext cx="5666657" cy="1372971"/>
        </a:xfrm>
        <a:prstGeom prst="flowChartAlternateProcess">
          <a:avLst/>
        </a:prstGeom>
      </dgm:spPr>
    </dgm:pt>
    <dgm:pt modelId="{1B9E7FAD-1586-405F-9152-80F229777B9B}" type="pres">
      <dgm:prSet presAssocID="{C210E201-4BED-44CA-B815-B52264FB0C54}" presName="space" presStyleCnt="0"/>
      <dgm:spPr/>
    </dgm:pt>
    <dgm:pt modelId="{7476F764-A05F-43C1-9394-85281E9C3D62}" type="pres">
      <dgm:prSet presAssocID="{7960AB5B-4C8C-4854-853E-CFC5A640EFDD}" presName="text" presStyleLbl="node1" presStyleIdx="1" presStyleCnt="5" custScaleX="199659" custLinFactY="-90961" custLinFactNeighborX="-3414" custLinFactNeighborY="-100000">
        <dgm:presLayoutVars>
          <dgm:bulletEnabled val="1"/>
        </dgm:presLayoutVars>
      </dgm:prSet>
      <dgm:spPr>
        <a:prstGeom prst="flowChartAlternateProcess">
          <a:avLst/>
        </a:prstGeom>
      </dgm:spPr>
    </dgm:pt>
    <dgm:pt modelId="{45AD7DD5-2A32-4415-80BA-6ECFF7E27274}" type="pres">
      <dgm:prSet presAssocID="{86595B23-4771-4E05-B573-55E5C72CD321}" presName="space" presStyleCnt="0"/>
      <dgm:spPr/>
    </dgm:pt>
    <dgm:pt modelId="{1F6F4F3F-41BD-43CE-9760-0E3B94078622}" type="pres">
      <dgm:prSet presAssocID="{F600400E-85F3-40F3-ADC8-44B2ABBE65A1}" presName="text" presStyleLbl="node1" presStyleIdx="2" presStyleCnt="5" custScaleX="230925">
        <dgm:presLayoutVars>
          <dgm:bulletEnabled val="1"/>
        </dgm:presLayoutVars>
      </dgm:prSet>
      <dgm:spPr>
        <a:prstGeom prst="flowChartAlternateProcess">
          <a:avLst/>
        </a:prstGeom>
      </dgm:spPr>
    </dgm:pt>
    <dgm:pt modelId="{7082F40D-FD7A-451C-A1F0-124ADF2E4BBA}" type="pres">
      <dgm:prSet presAssocID="{BF7D264E-EB56-475D-8BF2-3DB27DBFB104}" presName="space" presStyleCnt="0"/>
      <dgm:spPr/>
    </dgm:pt>
    <dgm:pt modelId="{9D62FE17-B08D-483A-81DA-EE1C3EE4EA58}" type="pres">
      <dgm:prSet presAssocID="{BBE3C9F1-2CBD-4E21-820E-36FBC840B9EF}" presName="text" presStyleLbl="node1" presStyleIdx="3" presStyleCnt="5" custScaleX="392550">
        <dgm:presLayoutVars>
          <dgm:bulletEnabled val="1"/>
        </dgm:presLayoutVars>
      </dgm:prSet>
      <dgm:spPr>
        <a:xfrm>
          <a:off x="1941798" y="2185545"/>
          <a:ext cx="1327500" cy="693320"/>
        </a:xfrm>
        <a:prstGeom prst="flowChartAlternateProcess">
          <a:avLst/>
        </a:prstGeom>
      </dgm:spPr>
    </dgm:pt>
    <dgm:pt modelId="{4EC80B5E-3E73-4EE3-B740-9B336323EE70}" type="pres">
      <dgm:prSet presAssocID="{900D715F-0BEA-40AE-BCF1-76AA10E5F04C}" presName="space" presStyleCnt="0"/>
      <dgm:spPr/>
    </dgm:pt>
    <dgm:pt modelId="{C989DB04-9D10-468A-BB71-A8A257FF3C2F}" type="pres">
      <dgm:prSet presAssocID="{06A11DF1-01A6-4573-A0B0-F8C2CAC5F1D0}" presName="text" presStyleLbl="node1" presStyleIdx="4" presStyleCnt="5" custScaleX="246388">
        <dgm:presLayoutVars>
          <dgm:bulletEnabled val="1"/>
        </dgm:presLayoutVars>
      </dgm:prSet>
      <dgm:spPr>
        <a:prstGeom prst="flowChartAlternateProcess">
          <a:avLst/>
        </a:prstGeom>
      </dgm:spPr>
    </dgm:pt>
  </dgm:ptLst>
  <dgm:cxnLst>
    <dgm:cxn modelId="{BDFF6F0B-C0CB-4C74-8E62-965068FB6ADE}" type="presOf" srcId="{F847A2AA-99BF-4FA9-BC39-F4A3E8E04991}" destId="{53047A0C-5AA1-4D43-B294-7B078A3BB78D}" srcOrd="0" destOrd="0" presId="urn:diagrams.loki3.com/VaryingWidthList"/>
    <dgm:cxn modelId="{32854912-674E-4E0B-8B39-5F82093D64CF}" type="presOf" srcId="{F600400E-85F3-40F3-ADC8-44B2ABBE65A1}" destId="{1F6F4F3F-41BD-43CE-9760-0E3B94078622}" srcOrd="0" destOrd="0" presId="urn:diagrams.loki3.com/VaryingWidthList"/>
    <dgm:cxn modelId="{E6528116-A8C7-4B81-AD48-696B349F5FF7}" srcId="{126B918F-0BC7-4E09-A9D8-1C6D3DF3A845}" destId="{F847A2AA-99BF-4FA9-BC39-F4A3E8E04991}" srcOrd="0" destOrd="0" parTransId="{257029AC-B94C-446A-8009-2A693258E849}" sibTransId="{C210E201-4BED-44CA-B815-B52264FB0C54}"/>
    <dgm:cxn modelId="{B2FC225C-FBF1-4E5A-AC65-A90BA187D8BE}" type="presOf" srcId="{BBE3C9F1-2CBD-4E21-820E-36FBC840B9EF}" destId="{9D62FE17-B08D-483A-81DA-EE1C3EE4EA58}" srcOrd="0" destOrd="0" presId="urn:diagrams.loki3.com/VaryingWidthList"/>
    <dgm:cxn modelId="{84EE2257-0B69-413B-A2E2-845CAC79D5A1}" srcId="{126B918F-0BC7-4E09-A9D8-1C6D3DF3A845}" destId="{06A11DF1-01A6-4573-A0B0-F8C2CAC5F1D0}" srcOrd="4" destOrd="0" parTransId="{1976946A-6518-4184-81F4-74F50D6D6ED5}" sibTransId="{60E61B14-DD0C-49C3-86CA-FFEFD80BE830}"/>
    <dgm:cxn modelId="{F1FE947E-8547-4657-9D22-94AFC45539AA}" type="presOf" srcId="{126B918F-0BC7-4E09-A9D8-1C6D3DF3A845}" destId="{0CA7B02E-0795-4EAA-80EE-6785E0C74294}" srcOrd="0" destOrd="0" presId="urn:diagrams.loki3.com/VaryingWidthList"/>
    <dgm:cxn modelId="{6261C78E-C9A6-45FB-93EF-7D3719847141}" srcId="{126B918F-0BC7-4E09-A9D8-1C6D3DF3A845}" destId="{7960AB5B-4C8C-4854-853E-CFC5A640EFDD}" srcOrd="1" destOrd="0" parTransId="{1252C89D-A9E7-480E-BCFE-94A5B1317CD9}" sibTransId="{86595B23-4771-4E05-B573-55E5C72CD321}"/>
    <dgm:cxn modelId="{00DF8696-0020-4785-9241-5ADFB7878D9C}" srcId="{126B918F-0BC7-4E09-A9D8-1C6D3DF3A845}" destId="{F600400E-85F3-40F3-ADC8-44B2ABBE65A1}" srcOrd="2" destOrd="0" parTransId="{BFAE7586-39E0-42F0-978B-395C531AD754}" sibTransId="{BF7D264E-EB56-475D-8BF2-3DB27DBFB104}"/>
    <dgm:cxn modelId="{D3B621D6-BCF6-4657-9761-D4E85C3E8214}" type="presOf" srcId="{06A11DF1-01A6-4573-A0B0-F8C2CAC5F1D0}" destId="{C989DB04-9D10-468A-BB71-A8A257FF3C2F}" srcOrd="0" destOrd="0" presId="urn:diagrams.loki3.com/VaryingWidthList"/>
    <dgm:cxn modelId="{66076EEB-DA39-48B2-9DD9-D32E94F07068}" srcId="{126B918F-0BC7-4E09-A9D8-1C6D3DF3A845}" destId="{BBE3C9F1-2CBD-4E21-820E-36FBC840B9EF}" srcOrd="3" destOrd="0" parTransId="{FFB95BEC-80E4-4875-B1E5-BAE820039310}" sibTransId="{900D715F-0BEA-40AE-BCF1-76AA10E5F04C}"/>
    <dgm:cxn modelId="{E5FA12FD-98B4-4786-8887-7623FE965A34}" type="presOf" srcId="{7960AB5B-4C8C-4854-853E-CFC5A640EFDD}" destId="{7476F764-A05F-43C1-9394-85281E9C3D62}" srcOrd="0" destOrd="0" presId="urn:diagrams.loki3.com/VaryingWidthList"/>
    <dgm:cxn modelId="{A7B36525-6A00-4AC0-8E4E-AD19FB1C0264}" type="presParOf" srcId="{0CA7B02E-0795-4EAA-80EE-6785E0C74294}" destId="{53047A0C-5AA1-4D43-B294-7B078A3BB78D}" srcOrd="0" destOrd="0" presId="urn:diagrams.loki3.com/VaryingWidthList"/>
    <dgm:cxn modelId="{AA6309F2-E9B2-420D-83D3-C8B7CFCBF484}" type="presParOf" srcId="{0CA7B02E-0795-4EAA-80EE-6785E0C74294}" destId="{1B9E7FAD-1586-405F-9152-80F229777B9B}" srcOrd="1" destOrd="0" presId="urn:diagrams.loki3.com/VaryingWidthList"/>
    <dgm:cxn modelId="{2FEA6D28-D0C8-4EF7-B703-FCD8ADF302A6}" type="presParOf" srcId="{0CA7B02E-0795-4EAA-80EE-6785E0C74294}" destId="{7476F764-A05F-43C1-9394-85281E9C3D62}" srcOrd="2" destOrd="0" presId="urn:diagrams.loki3.com/VaryingWidthList"/>
    <dgm:cxn modelId="{FFF0780F-77CE-4FF7-B516-D18A6974D343}" type="presParOf" srcId="{0CA7B02E-0795-4EAA-80EE-6785E0C74294}" destId="{45AD7DD5-2A32-4415-80BA-6ECFF7E27274}" srcOrd="3" destOrd="0" presId="urn:diagrams.loki3.com/VaryingWidthList"/>
    <dgm:cxn modelId="{244B1E7F-0C6C-4B65-BCB6-0C9126F816B4}" type="presParOf" srcId="{0CA7B02E-0795-4EAA-80EE-6785E0C74294}" destId="{1F6F4F3F-41BD-43CE-9760-0E3B94078622}" srcOrd="4" destOrd="0" presId="urn:diagrams.loki3.com/VaryingWidthList"/>
    <dgm:cxn modelId="{59F7EB81-BDB3-44B0-BF0B-474FD2BA510D}" type="presParOf" srcId="{0CA7B02E-0795-4EAA-80EE-6785E0C74294}" destId="{7082F40D-FD7A-451C-A1F0-124ADF2E4BBA}" srcOrd="5" destOrd="0" presId="urn:diagrams.loki3.com/VaryingWidthList"/>
    <dgm:cxn modelId="{5283F585-8CA5-4838-A7F3-32DC6AF03D0E}" type="presParOf" srcId="{0CA7B02E-0795-4EAA-80EE-6785E0C74294}" destId="{9D62FE17-B08D-483A-81DA-EE1C3EE4EA58}" srcOrd="6" destOrd="0" presId="urn:diagrams.loki3.com/VaryingWidthList"/>
    <dgm:cxn modelId="{3DD5BB86-25D4-40E5-A86F-71536DA9DFD2}" type="presParOf" srcId="{0CA7B02E-0795-4EAA-80EE-6785E0C74294}" destId="{4EC80B5E-3E73-4EE3-B740-9B336323EE70}" srcOrd="7" destOrd="0" presId="urn:diagrams.loki3.com/VaryingWidthList"/>
    <dgm:cxn modelId="{EB3D5C88-C5EA-4EA7-B0DA-E91A74CD27C3}" type="presParOf" srcId="{0CA7B02E-0795-4EAA-80EE-6785E0C74294}" destId="{C989DB04-9D10-468A-BB71-A8A257FF3C2F}" srcOrd="8" destOrd="0" presId="urn:diagrams.loki3.com/VaryingWidthList"/>
  </dgm:cxnLst>
  <dgm:bg/>
  <dgm:whole>
    <a:ln>
      <a:solidFill>
        <a:schemeClr val="bg2">
          <a:lumMod val="60000"/>
          <a:lumOff val="40000"/>
        </a:schemeClr>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17B4DA-1D14-4F6F-8180-FB94037CC107}" type="doc">
      <dgm:prSet loTypeId="urn:microsoft.com/office/officeart/2005/8/layout/target2" loCatId="relationship" qsTypeId="urn:microsoft.com/office/officeart/2005/8/quickstyle/3d1" qsCatId="3D" csTypeId="urn:microsoft.com/office/officeart/2005/8/colors/accent0_3" csCatId="mainScheme" phldr="1"/>
      <dgm:spPr/>
      <dgm:t>
        <a:bodyPr/>
        <a:lstStyle/>
        <a:p>
          <a:endParaRPr lang="en-IN"/>
        </a:p>
      </dgm:t>
    </dgm:pt>
    <dgm:pt modelId="{D1142C65-441E-4EBA-A627-43C2E8371DED}">
      <dgm:prSet custT="1"/>
      <dgm:spPr/>
      <dgm:t>
        <a:bodyPr/>
        <a:lstStyle/>
        <a:p>
          <a:r>
            <a:rPr lang="en-IN" sz="2000" b="1" dirty="0"/>
            <a:t>Created new Columns:</a:t>
          </a:r>
          <a:endParaRPr lang="en-IN" sz="2000" dirty="0"/>
        </a:p>
      </dgm:t>
    </dgm:pt>
    <dgm:pt modelId="{2487ADD9-52B4-4A84-BAD3-A1392F4BA780}" type="parTrans" cxnId="{A3A4A63A-1D95-4533-9DE8-0A0BFCA0F5E5}">
      <dgm:prSet/>
      <dgm:spPr/>
      <dgm:t>
        <a:bodyPr/>
        <a:lstStyle/>
        <a:p>
          <a:endParaRPr lang="en-IN"/>
        </a:p>
      </dgm:t>
    </dgm:pt>
    <dgm:pt modelId="{E845A5A4-FF5E-42C5-85B1-B1711B38920A}" type="sibTrans" cxnId="{A3A4A63A-1D95-4533-9DE8-0A0BFCA0F5E5}">
      <dgm:prSet/>
      <dgm:spPr/>
      <dgm:t>
        <a:bodyPr/>
        <a:lstStyle/>
        <a:p>
          <a:endParaRPr lang="en-IN"/>
        </a:p>
      </dgm:t>
    </dgm:pt>
    <dgm:pt modelId="{AAD4DD59-A5D5-4C31-A8F9-FE2AED12A2ED}">
      <dgm:prSet custT="1"/>
      <dgm:spPr/>
      <dgm:t>
        <a:bodyPr/>
        <a:lstStyle/>
        <a:p>
          <a:r>
            <a:rPr lang="en-IN" sz="1600" dirty="0" err="1"/>
            <a:t>Health_Impact_Count</a:t>
          </a:r>
          <a:endParaRPr lang="en-IN" sz="1600" dirty="0"/>
        </a:p>
      </dgm:t>
    </dgm:pt>
    <dgm:pt modelId="{C0D5AE36-CDD5-408D-9EF7-6E97D7DE38AC}" type="parTrans" cxnId="{4F266E38-3D8A-4584-8516-0D55DEFFA3DD}">
      <dgm:prSet/>
      <dgm:spPr/>
      <dgm:t>
        <a:bodyPr/>
        <a:lstStyle/>
        <a:p>
          <a:endParaRPr lang="en-IN"/>
        </a:p>
      </dgm:t>
    </dgm:pt>
    <dgm:pt modelId="{6462E2FB-4E14-4D10-82A0-E9A4B65353E3}" type="sibTrans" cxnId="{4F266E38-3D8A-4584-8516-0D55DEFFA3DD}">
      <dgm:prSet/>
      <dgm:spPr/>
      <dgm:t>
        <a:bodyPr/>
        <a:lstStyle/>
        <a:p>
          <a:endParaRPr lang="en-IN"/>
        </a:p>
      </dgm:t>
    </dgm:pt>
    <dgm:pt modelId="{F6C273C1-E258-49D7-AB19-66E06DB4F2C7}">
      <dgm:prSet custT="1"/>
      <dgm:spPr/>
      <dgm:t>
        <a:bodyPr/>
        <a:lstStyle/>
        <a:p>
          <a:r>
            <a:rPr lang="en-IN" sz="1600" dirty="0" err="1"/>
            <a:t>Screen_Time_Level</a:t>
          </a:r>
          <a:r>
            <a:rPr lang="en-IN" sz="1600" dirty="0"/>
            <a:t> </a:t>
          </a:r>
        </a:p>
      </dgm:t>
    </dgm:pt>
    <dgm:pt modelId="{01B0489E-E995-4E39-B480-5B0ECEC61EC9}" type="parTrans" cxnId="{DBCE1BBF-0EBB-4B0A-88A5-BAA362CCB555}">
      <dgm:prSet/>
      <dgm:spPr/>
      <dgm:t>
        <a:bodyPr/>
        <a:lstStyle/>
        <a:p>
          <a:endParaRPr lang="en-IN"/>
        </a:p>
      </dgm:t>
    </dgm:pt>
    <dgm:pt modelId="{B1C63A0D-ED54-4380-BEEF-71F6FDEC0C5D}" type="sibTrans" cxnId="{DBCE1BBF-0EBB-4B0A-88A5-BAA362CCB555}">
      <dgm:prSet/>
      <dgm:spPr/>
      <dgm:t>
        <a:bodyPr/>
        <a:lstStyle/>
        <a:p>
          <a:endParaRPr lang="en-IN"/>
        </a:p>
      </dgm:t>
    </dgm:pt>
    <dgm:pt modelId="{6AD97327-6AE6-4751-A891-89BFB62D6D29}">
      <dgm:prSet custT="1"/>
      <dgm:spPr/>
      <dgm:t>
        <a:bodyPr/>
        <a:lstStyle/>
        <a:p>
          <a:r>
            <a:rPr lang="en-US" sz="1600" dirty="0"/>
            <a:t>Usage Type</a:t>
          </a:r>
          <a:endParaRPr lang="en-IN" sz="1600" dirty="0"/>
        </a:p>
      </dgm:t>
    </dgm:pt>
    <dgm:pt modelId="{272374C9-4CDE-4529-BBEF-7FF12BF0DAD8}" type="parTrans" cxnId="{302901D3-1455-4062-B6A3-2DEC17E1A136}">
      <dgm:prSet/>
      <dgm:spPr/>
      <dgm:t>
        <a:bodyPr/>
        <a:lstStyle/>
        <a:p>
          <a:endParaRPr lang="en-IN"/>
        </a:p>
      </dgm:t>
    </dgm:pt>
    <dgm:pt modelId="{010C9184-3C20-47B7-88E8-DE8EBDBA1ED6}" type="sibTrans" cxnId="{302901D3-1455-4062-B6A3-2DEC17E1A136}">
      <dgm:prSet/>
      <dgm:spPr/>
      <dgm:t>
        <a:bodyPr/>
        <a:lstStyle/>
        <a:p>
          <a:endParaRPr lang="en-IN"/>
        </a:p>
      </dgm:t>
    </dgm:pt>
    <dgm:pt modelId="{6EA2D106-E381-4D0A-937D-1C9D3514C144}" type="pres">
      <dgm:prSet presAssocID="{ED17B4DA-1D14-4F6F-8180-FB94037CC107}" presName="Name0" presStyleCnt="0">
        <dgm:presLayoutVars>
          <dgm:chMax val="3"/>
          <dgm:chPref val="1"/>
          <dgm:dir/>
          <dgm:animLvl val="lvl"/>
          <dgm:resizeHandles/>
        </dgm:presLayoutVars>
      </dgm:prSet>
      <dgm:spPr/>
    </dgm:pt>
    <dgm:pt modelId="{6A528D74-A2EE-4F89-A7D1-7C0E6DD60447}" type="pres">
      <dgm:prSet presAssocID="{ED17B4DA-1D14-4F6F-8180-FB94037CC107}" presName="outerBox" presStyleCnt="0"/>
      <dgm:spPr/>
    </dgm:pt>
    <dgm:pt modelId="{FFDED5C3-02BE-4633-85A9-B625E6C51F23}" type="pres">
      <dgm:prSet presAssocID="{ED17B4DA-1D14-4F6F-8180-FB94037CC107}" presName="outerBoxParent" presStyleLbl="node1" presStyleIdx="0" presStyleCnt="1" custLinFactNeighborY="19768"/>
      <dgm:spPr/>
    </dgm:pt>
    <dgm:pt modelId="{6C5573C7-B4F7-4066-B7C5-834C065674BE}" type="pres">
      <dgm:prSet presAssocID="{ED17B4DA-1D14-4F6F-8180-FB94037CC107}" presName="outerBoxChildren" presStyleCnt="0"/>
      <dgm:spPr/>
    </dgm:pt>
    <dgm:pt modelId="{F752757A-8D1B-4B1E-9A4B-9F1DEFFF4E44}" type="pres">
      <dgm:prSet presAssocID="{AAD4DD59-A5D5-4C31-A8F9-FE2AED12A2ED}" presName="oChild" presStyleLbl="fgAcc1" presStyleIdx="0" presStyleCnt="3">
        <dgm:presLayoutVars>
          <dgm:bulletEnabled val="1"/>
        </dgm:presLayoutVars>
      </dgm:prSet>
      <dgm:spPr/>
    </dgm:pt>
    <dgm:pt modelId="{006C93A4-86B3-4AD1-AC60-0A3E9256295C}" type="pres">
      <dgm:prSet presAssocID="{6462E2FB-4E14-4D10-82A0-E9A4B65353E3}" presName="outerSibTrans" presStyleCnt="0"/>
      <dgm:spPr/>
    </dgm:pt>
    <dgm:pt modelId="{5456B083-A329-4D2F-8088-7754E41B0483}" type="pres">
      <dgm:prSet presAssocID="{F6C273C1-E258-49D7-AB19-66E06DB4F2C7}" presName="oChild" presStyleLbl="fgAcc1" presStyleIdx="1" presStyleCnt="3">
        <dgm:presLayoutVars>
          <dgm:bulletEnabled val="1"/>
        </dgm:presLayoutVars>
      </dgm:prSet>
      <dgm:spPr/>
    </dgm:pt>
    <dgm:pt modelId="{34ACB9C2-03D6-4A0A-9BE3-766389602010}" type="pres">
      <dgm:prSet presAssocID="{B1C63A0D-ED54-4380-BEEF-71F6FDEC0C5D}" presName="outerSibTrans" presStyleCnt="0"/>
      <dgm:spPr/>
    </dgm:pt>
    <dgm:pt modelId="{8B1B188C-C00E-4DEF-ADFD-F5D0993EA58E}" type="pres">
      <dgm:prSet presAssocID="{6AD97327-6AE6-4751-A891-89BFB62D6D29}" presName="oChild" presStyleLbl="fgAcc1" presStyleIdx="2" presStyleCnt="3">
        <dgm:presLayoutVars>
          <dgm:bulletEnabled val="1"/>
        </dgm:presLayoutVars>
      </dgm:prSet>
      <dgm:spPr/>
    </dgm:pt>
  </dgm:ptLst>
  <dgm:cxnLst>
    <dgm:cxn modelId="{4F266E38-3D8A-4584-8516-0D55DEFFA3DD}" srcId="{D1142C65-441E-4EBA-A627-43C2E8371DED}" destId="{AAD4DD59-A5D5-4C31-A8F9-FE2AED12A2ED}" srcOrd="0" destOrd="0" parTransId="{C0D5AE36-CDD5-408D-9EF7-6E97D7DE38AC}" sibTransId="{6462E2FB-4E14-4D10-82A0-E9A4B65353E3}"/>
    <dgm:cxn modelId="{A3A4A63A-1D95-4533-9DE8-0A0BFCA0F5E5}" srcId="{ED17B4DA-1D14-4F6F-8180-FB94037CC107}" destId="{D1142C65-441E-4EBA-A627-43C2E8371DED}" srcOrd="0" destOrd="0" parTransId="{2487ADD9-52B4-4A84-BAD3-A1392F4BA780}" sibTransId="{E845A5A4-FF5E-42C5-85B1-B1711B38920A}"/>
    <dgm:cxn modelId="{D357264E-41A2-42E1-8B9B-534652BDA706}" type="presOf" srcId="{6AD97327-6AE6-4751-A891-89BFB62D6D29}" destId="{8B1B188C-C00E-4DEF-ADFD-F5D0993EA58E}" srcOrd="0" destOrd="0" presId="urn:microsoft.com/office/officeart/2005/8/layout/target2"/>
    <dgm:cxn modelId="{394AE378-56DA-4C10-B455-5F30B7508840}" type="presOf" srcId="{AAD4DD59-A5D5-4C31-A8F9-FE2AED12A2ED}" destId="{F752757A-8D1B-4B1E-9A4B-9F1DEFFF4E44}" srcOrd="0" destOrd="0" presId="urn:microsoft.com/office/officeart/2005/8/layout/target2"/>
    <dgm:cxn modelId="{51B9A3B6-6662-4080-B268-B8B9F4CE694F}" type="presOf" srcId="{D1142C65-441E-4EBA-A627-43C2E8371DED}" destId="{FFDED5C3-02BE-4633-85A9-B625E6C51F23}" srcOrd="0" destOrd="0" presId="urn:microsoft.com/office/officeart/2005/8/layout/target2"/>
    <dgm:cxn modelId="{9429ABBD-64B0-484E-970D-52381D0C0B01}" type="presOf" srcId="{F6C273C1-E258-49D7-AB19-66E06DB4F2C7}" destId="{5456B083-A329-4D2F-8088-7754E41B0483}" srcOrd="0" destOrd="0" presId="urn:microsoft.com/office/officeart/2005/8/layout/target2"/>
    <dgm:cxn modelId="{DBCE1BBF-0EBB-4B0A-88A5-BAA362CCB555}" srcId="{D1142C65-441E-4EBA-A627-43C2E8371DED}" destId="{F6C273C1-E258-49D7-AB19-66E06DB4F2C7}" srcOrd="1" destOrd="0" parTransId="{01B0489E-E995-4E39-B480-5B0ECEC61EC9}" sibTransId="{B1C63A0D-ED54-4380-BEEF-71F6FDEC0C5D}"/>
    <dgm:cxn modelId="{302901D3-1455-4062-B6A3-2DEC17E1A136}" srcId="{D1142C65-441E-4EBA-A627-43C2E8371DED}" destId="{6AD97327-6AE6-4751-A891-89BFB62D6D29}" srcOrd="2" destOrd="0" parTransId="{272374C9-4CDE-4529-BBEF-7FF12BF0DAD8}" sibTransId="{010C9184-3C20-47B7-88E8-DE8EBDBA1ED6}"/>
    <dgm:cxn modelId="{CFA98AF9-FBCC-4445-9003-19C058204316}" type="presOf" srcId="{ED17B4DA-1D14-4F6F-8180-FB94037CC107}" destId="{6EA2D106-E381-4D0A-937D-1C9D3514C144}" srcOrd="0" destOrd="0" presId="urn:microsoft.com/office/officeart/2005/8/layout/target2"/>
    <dgm:cxn modelId="{DA2287F3-A4F3-4218-A065-4BEFF62EB4DA}" type="presParOf" srcId="{6EA2D106-E381-4D0A-937D-1C9D3514C144}" destId="{6A528D74-A2EE-4F89-A7D1-7C0E6DD60447}" srcOrd="0" destOrd="0" presId="urn:microsoft.com/office/officeart/2005/8/layout/target2"/>
    <dgm:cxn modelId="{C6FFC7D9-6565-4A91-931C-DB2AA8C9E5CE}" type="presParOf" srcId="{6A528D74-A2EE-4F89-A7D1-7C0E6DD60447}" destId="{FFDED5C3-02BE-4633-85A9-B625E6C51F23}" srcOrd="0" destOrd="0" presId="urn:microsoft.com/office/officeart/2005/8/layout/target2"/>
    <dgm:cxn modelId="{0C1E2D7D-7EA7-45E0-9CAC-7D24451BE4A5}" type="presParOf" srcId="{6A528D74-A2EE-4F89-A7D1-7C0E6DD60447}" destId="{6C5573C7-B4F7-4066-B7C5-834C065674BE}" srcOrd="1" destOrd="0" presId="urn:microsoft.com/office/officeart/2005/8/layout/target2"/>
    <dgm:cxn modelId="{19F64A21-74F8-43C2-8240-13FB338F6F8F}" type="presParOf" srcId="{6C5573C7-B4F7-4066-B7C5-834C065674BE}" destId="{F752757A-8D1B-4B1E-9A4B-9F1DEFFF4E44}" srcOrd="0" destOrd="0" presId="urn:microsoft.com/office/officeart/2005/8/layout/target2"/>
    <dgm:cxn modelId="{4AB6F55D-BD04-405F-8E83-6F6908E77816}" type="presParOf" srcId="{6C5573C7-B4F7-4066-B7C5-834C065674BE}" destId="{006C93A4-86B3-4AD1-AC60-0A3E9256295C}" srcOrd="1" destOrd="0" presId="urn:microsoft.com/office/officeart/2005/8/layout/target2"/>
    <dgm:cxn modelId="{42C05A1E-D493-43AA-9887-FC53947A598D}" type="presParOf" srcId="{6C5573C7-B4F7-4066-B7C5-834C065674BE}" destId="{5456B083-A329-4D2F-8088-7754E41B0483}" srcOrd="2" destOrd="0" presId="urn:microsoft.com/office/officeart/2005/8/layout/target2"/>
    <dgm:cxn modelId="{0468D543-F2F5-41AC-9833-786DBE2BCFA2}" type="presParOf" srcId="{6C5573C7-B4F7-4066-B7C5-834C065674BE}" destId="{34ACB9C2-03D6-4A0A-9BE3-766389602010}" srcOrd="3" destOrd="0" presId="urn:microsoft.com/office/officeart/2005/8/layout/target2"/>
    <dgm:cxn modelId="{43ADFE83-4EE9-4C00-B586-57F971455975}" type="presParOf" srcId="{6C5573C7-B4F7-4066-B7C5-834C065674BE}" destId="{8B1B188C-C00E-4DEF-ADFD-F5D0993EA58E}" srcOrd="4" destOrd="0" presId="urn:microsoft.com/office/officeart/2005/8/layout/targe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047A0C-5AA1-4D43-B294-7B078A3BB78D}">
      <dsp:nvSpPr>
        <dsp:cNvPr id="0" name=""/>
        <dsp:cNvSpPr/>
      </dsp:nvSpPr>
      <dsp:spPr>
        <a:xfrm>
          <a:off x="0" y="751314"/>
          <a:ext cx="5211096" cy="693320"/>
        </a:xfrm>
        <a:prstGeom prst="flowChartAlternateProcess">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711200">
            <a:lnSpc>
              <a:spcPct val="90000"/>
            </a:lnSpc>
            <a:spcBef>
              <a:spcPct val="0"/>
            </a:spcBef>
            <a:spcAft>
              <a:spcPct val="35000"/>
            </a:spcAft>
            <a:buNone/>
          </a:pPr>
          <a:r>
            <a:rPr lang="en-IN" sz="2000" kern="1200">
              <a:latin typeface="Century Gothic" panose="020B0502020202020204"/>
              <a:ea typeface="+mn-ea"/>
              <a:cs typeface="+mn-cs"/>
            </a:rPr>
            <a:t>Removed Duplicate rows </a:t>
          </a:r>
          <a:endParaRPr lang="en-IN" sz="2000" kern="1200" dirty="0">
            <a:latin typeface="Century Gothic" panose="020B0502020202020204"/>
            <a:ea typeface="+mn-ea"/>
            <a:cs typeface="+mn-cs"/>
          </a:endParaRPr>
        </a:p>
      </dsp:txBody>
      <dsp:txXfrm>
        <a:off x="33844" y="785158"/>
        <a:ext cx="5143408" cy="625632"/>
      </dsp:txXfrm>
    </dsp:sp>
    <dsp:sp modelId="{7476F764-A05F-43C1-9394-85281E9C3D62}">
      <dsp:nvSpPr>
        <dsp:cNvPr id="0" name=""/>
        <dsp:cNvSpPr/>
      </dsp:nvSpPr>
      <dsp:spPr>
        <a:xfrm>
          <a:off x="0" y="64254"/>
          <a:ext cx="5211096" cy="693320"/>
        </a:xfrm>
        <a:prstGeom prst="flowChartAlternateProcess">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en-IN" sz="2000" kern="1200" dirty="0"/>
            <a:t>Changed datatype </a:t>
          </a:r>
        </a:p>
      </dsp:txBody>
      <dsp:txXfrm>
        <a:off x="33844" y="98098"/>
        <a:ext cx="5143408" cy="625632"/>
      </dsp:txXfrm>
    </dsp:sp>
    <dsp:sp modelId="{1F6F4F3F-41BD-43CE-9760-0E3B94078622}">
      <dsp:nvSpPr>
        <dsp:cNvPr id="0" name=""/>
        <dsp:cNvSpPr/>
      </dsp:nvSpPr>
      <dsp:spPr>
        <a:xfrm>
          <a:off x="0" y="1457559"/>
          <a:ext cx="5211096" cy="693320"/>
        </a:xfrm>
        <a:prstGeom prst="flowChartAlternateProcess">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en-IN" sz="2000" u="none" kern="1200" dirty="0"/>
            <a:t>Goals and workflow</a:t>
          </a:r>
        </a:p>
      </dsp:txBody>
      <dsp:txXfrm>
        <a:off x="33844" y="1491403"/>
        <a:ext cx="5143408" cy="625632"/>
      </dsp:txXfrm>
    </dsp:sp>
    <dsp:sp modelId="{9D62FE17-B08D-483A-81DA-EE1C3EE4EA58}">
      <dsp:nvSpPr>
        <dsp:cNvPr id="0" name=""/>
        <dsp:cNvSpPr/>
      </dsp:nvSpPr>
      <dsp:spPr>
        <a:xfrm>
          <a:off x="0" y="2185545"/>
          <a:ext cx="5211096" cy="693320"/>
        </a:xfrm>
        <a:prstGeom prst="flowChartAlternateProcess">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en-IN" sz="2000" u="none" kern="1200" dirty="0">
              <a:latin typeface="Century Gothic" panose="020B0502020202020204"/>
              <a:ea typeface="+mn-ea"/>
              <a:cs typeface="+mn-cs"/>
            </a:rPr>
            <a:t>Deriving</a:t>
          </a:r>
          <a:r>
            <a:rPr lang="en-IN" sz="2000" kern="1200" dirty="0"/>
            <a:t> new fields </a:t>
          </a:r>
          <a:endParaRPr lang="en-IN" sz="2000" u="none" kern="1200" dirty="0"/>
        </a:p>
      </dsp:txBody>
      <dsp:txXfrm>
        <a:off x="33844" y="2219389"/>
        <a:ext cx="5143408" cy="625632"/>
      </dsp:txXfrm>
    </dsp:sp>
    <dsp:sp modelId="{C989DB04-9D10-468A-BB71-A8A257FF3C2F}">
      <dsp:nvSpPr>
        <dsp:cNvPr id="0" name=""/>
        <dsp:cNvSpPr/>
      </dsp:nvSpPr>
      <dsp:spPr>
        <a:xfrm>
          <a:off x="0" y="2913532"/>
          <a:ext cx="5211096" cy="693320"/>
        </a:xfrm>
        <a:prstGeom prst="flowChartAlternateProcess">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en-US" sz="2000" u="none" kern="1200" dirty="0"/>
            <a:t>Creation of Age Band column</a:t>
          </a:r>
          <a:endParaRPr lang="en-IN" sz="2000" u="none" kern="1200" dirty="0"/>
        </a:p>
      </dsp:txBody>
      <dsp:txXfrm>
        <a:off x="33844" y="2947376"/>
        <a:ext cx="5143408" cy="6256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DED5C3-02BE-4633-85A9-B625E6C51F23}">
      <dsp:nvSpPr>
        <dsp:cNvPr id="0" name=""/>
        <dsp:cNvSpPr/>
      </dsp:nvSpPr>
      <dsp:spPr>
        <a:xfrm>
          <a:off x="0" y="0"/>
          <a:ext cx="8042787" cy="845574"/>
        </a:xfrm>
        <a:prstGeom prst="roundRect">
          <a:avLst>
            <a:gd name="adj" fmla="val 8500"/>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522025" numCol="1" spcCol="1270" anchor="t" anchorCtr="0">
          <a:noAutofit/>
        </a:bodyPr>
        <a:lstStyle/>
        <a:p>
          <a:pPr marL="0" lvl="0" indent="0" algn="l" defTabSz="889000">
            <a:lnSpc>
              <a:spcPct val="90000"/>
            </a:lnSpc>
            <a:spcBef>
              <a:spcPct val="0"/>
            </a:spcBef>
            <a:spcAft>
              <a:spcPct val="35000"/>
            </a:spcAft>
            <a:buNone/>
          </a:pPr>
          <a:r>
            <a:rPr lang="en-IN" sz="2000" b="1" kern="1200" dirty="0"/>
            <a:t>Created new Columns:</a:t>
          </a:r>
          <a:endParaRPr lang="en-IN" sz="2000" kern="1200" dirty="0"/>
        </a:p>
      </dsp:txBody>
      <dsp:txXfrm>
        <a:off x="21051" y="21051"/>
        <a:ext cx="8000685" cy="803472"/>
      </dsp:txXfrm>
    </dsp:sp>
    <dsp:sp modelId="{F752757A-8D1B-4B1E-9A4B-9F1DEFFF4E44}">
      <dsp:nvSpPr>
        <dsp:cNvPr id="0" name=""/>
        <dsp:cNvSpPr/>
      </dsp:nvSpPr>
      <dsp:spPr>
        <a:xfrm>
          <a:off x="201069" y="380508"/>
          <a:ext cx="2518279" cy="380508"/>
        </a:xfrm>
        <a:prstGeom prst="roundRect">
          <a:avLst>
            <a:gd name="adj" fmla="val 10500"/>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a:outerShdw blurRad="38100" dist="25400" dir="5400000" rotWithShape="0">
            <a:srgbClr val="000000">
              <a:alpha val="4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err="1"/>
            <a:t>Health_Impact_Count</a:t>
          </a:r>
          <a:endParaRPr lang="en-IN" sz="1600" kern="1200" dirty="0"/>
        </a:p>
      </dsp:txBody>
      <dsp:txXfrm>
        <a:off x="212771" y="392210"/>
        <a:ext cx="2494875" cy="357104"/>
      </dsp:txXfrm>
    </dsp:sp>
    <dsp:sp modelId="{5456B083-A329-4D2F-8088-7754E41B0483}">
      <dsp:nvSpPr>
        <dsp:cNvPr id="0" name=""/>
        <dsp:cNvSpPr/>
      </dsp:nvSpPr>
      <dsp:spPr>
        <a:xfrm>
          <a:off x="2759111" y="380508"/>
          <a:ext cx="2518279" cy="380508"/>
        </a:xfrm>
        <a:prstGeom prst="roundRect">
          <a:avLst>
            <a:gd name="adj" fmla="val 10500"/>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a:outerShdw blurRad="38100" dist="25400" dir="5400000" rotWithShape="0">
            <a:srgbClr val="000000">
              <a:alpha val="4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err="1"/>
            <a:t>Screen_Time_Level</a:t>
          </a:r>
          <a:r>
            <a:rPr lang="en-IN" sz="1600" kern="1200" dirty="0"/>
            <a:t> </a:t>
          </a:r>
        </a:p>
      </dsp:txBody>
      <dsp:txXfrm>
        <a:off x="2770813" y="392210"/>
        <a:ext cx="2494875" cy="357104"/>
      </dsp:txXfrm>
    </dsp:sp>
    <dsp:sp modelId="{8B1B188C-C00E-4DEF-ADFD-F5D0993EA58E}">
      <dsp:nvSpPr>
        <dsp:cNvPr id="0" name=""/>
        <dsp:cNvSpPr/>
      </dsp:nvSpPr>
      <dsp:spPr>
        <a:xfrm>
          <a:off x="5317154" y="380508"/>
          <a:ext cx="2518279" cy="380508"/>
        </a:xfrm>
        <a:prstGeom prst="roundRect">
          <a:avLst>
            <a:gd name="adj" fmla="val 10500"/>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a:outerShdw blurRad="38100" dist="25400" dir="5400000" rotWithShape="0">
            <a:srgbClr val="000000">
              <a:alpha val="4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Usage Type</a:t>
          </a:r>
          <a:endParaRPr lang="en-IN" sz="1600" kern="1200" dirty="0"/>
        </a:p>
      </dsp:txBody>
      <dsp:txXfrm>
        <a:off x="5328856" y="392210"/>
        <a:ext cx="2494875" cy="357104"/>
      </dsp:txXfrm>
    </dsp:sp>
  </dsp:spTree>
</dsp:drawing>
</file>

<file path=ppt/diagrams/layout1.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803208-E0B5-4AC0-B8EB-B2FC7CA60CCA}"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3999698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803208-E0B5-4AC0-B8EB-B2FC7CA60CCA}"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4279606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803208-E0B5-4AC0-B8EB-B2FC7CA60CCA}"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3803470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803208-E0B5-4AC0-B8EB-B2FC7CA60CCA}" type="datetimeFigureOut">
              <a:rPr lang="en-IN" smtClean="0"/>
              <a:t>05-12-2025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377795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803208-E0B5-4AC0-B8EB-B2FC7CA60CCA}" type="datetimeFigureOut">
              <a:rPr lang="en-IN" smtClean="0"/>
              <a:t>05-12-2025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4172016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D803208-E0B5-4AC0-B8EB-B2FC7CA60CCA}" type="datetimeFigureOut">
              <a:rPr lang="en-IN" smtClean="0"/>
              <a:t>05-12-2025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2036709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D803208-E0B5-4AC0-B8EB-B2FC7CA60CCA}" type="datetimeFigureOut">
              <a:rPr lang="en-IN" smtClean="0"/>
              <a:t>05-12-2025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1275174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D803208-E0B5-4AC0-B8EB-B2FC7CA60CCA}" type="datetimeFigureOut">
              <a:rPr lang="en-IN" smtClean="0"/>
              <a:t>05-12-2025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1205425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803208-E0B5-4AC0-B8EB-B2FC7CA60CCA}" type="datetimeFigureOut">
              <a:rPr lang="en-IN" smtClean="0"/>
              <a:t>05-12-2025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2967326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803208-E0B5-4AC0-B8EB-B2FC7CA60CCA}" type="datetimeFigureOut">
              <a:rPr lang="en-IN" smtClean="0"/>
              <a:t>05-12-2025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1861525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D803208-E0B5-4AC0-B8EB-B2FC7CA60CCA}"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4145621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D803208-E0B5-4AC0-B8EB-B2FC7CA60CCA}"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DAEADA-08A4-4C4D-8BE1-181E51E90753}"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31867690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803208-E0B5-4AC0-B8EB-B2FC7CA60CCA}"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3892729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D803208-E0B5-4AC0-B8EB-B2FC7CA60CCA}" type="datetimeFigureOut">
              <a:rPr lang="en-IN" smtClean="0"/>
              <a:t>05-12-2025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30404384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D803208-E0B5-4AC0-B8EB-B2FC7CA60CCA}" type="datetimeFigureOut">
              <a:rPr lang="en-IN" smtClean="0"/>
              <a:t>05-12-2025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37548402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803208-E0B5-4AC0-B8EB-B2FC7CA60CCA}"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6365186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803208-E0B5-4AC0-B8EB-B2FC7CA60CCA}"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DAEADA-08A4-4C4D-8BE1-181E51E90753}" type="slidenum">
              <a:rPr lang="en-IN" smtClean="0"/>
              <a:t>‹#›</a:t>
            </a:fld>
            <a:endParaRPr lang="en-IN"/>
          </a:p>
        </p:txBody>
      </p:sp>
    </p:spTree>
    <p:extLst>
      <p:ext uri="{BB962C8B-B14F-4D97-AF65-F5344CB8AC3E}">
        <p14:creationId xmlns:p14="http://schemas.microsoft.com/office/powerpoint/2010/main" val="3103873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D803208-E0B5-4AC0-B8EB-B2FC7CA60CCA}" type="datetimeFigureOut">
              <a:rPr lang="en-IN" smtClean="0"/>
              <a:t>05-12-2025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CDAEADA-08A4-4C4D-8BE1-181E51E90753}" type="slidenum">
              <a:rPr lang="en-IN" smtClean="0"/>
              <a:t>‹#›</a:t>
            </a:fld>
            <a:endParaRPr lang="en-IN"/>
          </a:p>
        </p:txBody>
      </p:sp>
    </p:spTree>
    <p:extLst>
      <p:ext uri="{BB962C8B-B14F-4D97-AF65-F5344CB8AC3E}">
        <p14:creationId xmlns:p14="http://schemas.microsoft.com/office/powerpoint/2010/main" val="2509268153"/>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diagramLayout" Target="../diagrams/layout2.xml"/><Relationship Id="rId7" Type="http://schemas.openxmlformats.org/officeDocument/2006/relationships/image" Target="../media/image9.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2C862-642B-6143-C43A-62F84F6AE021}"/>
              </a:ext>
            </a:extLst>
          </p:cNvPr>
          <p:cNvSpPr>
            <a:spLocks noGrp="1"/>
          </p:cNvSpPr>
          <p:nvPr>
            <p:ph type="ctrTitle"/>
          </p:nvPr>
        </p:nvSpPr>
        <p:spPr>
          <a:xfrm>
            <a:off x="1617071" y="2359742"/>
            <a:ext cx="8825658" cy="2309484"/>
          </a:xfrm>
        </p:spPr>
        <p:txBody>
          <a:bodyPr/>
          <a:lstStyle/>
          <a:p>
            <a:r>
              <a:rPr lang="en-IN" sz="5400" b="1" dirty="0" err="1">
                <a:latin typeface="Imprint MT Shadow" panose="04020605060303030202" pitchFamily="82" charset="0"/>
              </a:rPr>
              <a:t>ScreenSense</a:t>
            </a:r>
            <a:r>
              <a:rPr lang="en-IN" sz="5400" b="1" dirty="0">
                <a:latin typeface="Imprint MT Shadow" panose="04020605060303030202" pitchFamily="82" charset="0"/>
              </a:rPr>
              <a:t>: Kids’ Screentime Visualization </a:t>
            </a:r>
          </a:p>
        </p:txBody>
      </p:sp>
      <p:sp>
        <p:nvSpPr>
          <p:cNvPr id="3" name="Subtitle 2">
            <a:extLst>
              <a:ext uri="{FF2B5EF4-FFF2-40B4-BE49-F238E27FC236}">
                <a16:creationId xmlns:a16="http://schemas.microsoft.com/office/drawing/2014/main" id="{6FC2C94C-5365-BE5A-37F6-14B62B7FDB11}"/>
              </a:ext>
            </a:extLst>
          </p:cNvPr>
          <p:cNvSpPr>
            <a:spLocks noGrp="1"/>
          </p:cNvSpPr>
          <p:nvPr>
            <p:ph type="subTitle" idx="1"/>
          </p:nvPr>
        </p:nvSpPr>
        <p:spPr>
          <a:xfrm>
            <a:off x="3028336" y="579006"/>
            <a:ext cx="6272981" cy="861420"/>
          </a:xfrm>
          <a:effectLst>
            <a:reflection blurRad="6350" stA="52000" endA="300" endPos="35000" dir="5400000" sy="-100000" algn="bl" rotWithShape="0"/>
          </a:effectLst>
        </p:spPr>
        <p:txBody>
          <a:bodyPr>
            <a:noAutofit/>
            <a:scene3d>
              <a:camera prst="orthographicFront"/>
              <a:lightRig rig="soft" dir="t">
                <a:rot lat="0" lon="0" rev="15600000"/>
              </a:lightRig>
            </a:scene3d>
            <a:sp3d extrusionH="57150" prstMaterial="softEdge">
              <a:bevelT w="25400" h="38100"/>
            </a:sp3d>
          </a:bodyPr>
          <a:lstStyle/>
          <a:p>
            <a:r>
              <a:rPr lang="en-US" sz="4000" b="1" cap="none"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Infosys Springboard</a:t>
            </a:r>
            <a:endParaRPr lang="en-IN" sz="4000" b="1" cap="none"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Tree>
    <p:extLst>
      <p:ext uri="{BB962C8B-B14F-4D97-AF65-F5344CB8AC3E}">
        <p14:creationId xmlns:p14="http://schemas.microsoft.com/office/powerpoint/2010/main" val="3082728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5088D4A-8ACB-F8FD-E6A7-9DCB9A44D037}"/>
              </a:ext>
            </a:extLst>
          </p:cNvPr>
          <p:cNvSpPr/>
          <p:nvPr/>
        </p:nvSpPr>
        <p:spPr>
          <a:xfrm>
            <a:off x="6705601" y="1494502"/>
            <a:ext cx="5166852" cy="2467897"/>
          </a:xfrm>
          <a:prstGeom prst="rect">
            <a:avLst/>
          </a:prstGeom>
          <a:solidFill>
            <a:schemeClr val="accent1">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950545A1-ED39-85BB-849F-AB43C98BA3C3}"/>
              </a:ext>
            </a:extLst>
          </p:cNvPr>
          <p:cNvSpPr/>
          <p:nvPr/>
        </p:nvSpPr>
        <p:spPr>
          <a:xfrm>
            <a:off x="501446" y="1337186"/>
            <a:ext cx="5004619" cy="4414686"/>
          </a:xfrm>
          <a:prstGeom prst="rect">
            <a:avLst/>
          </a:prstGeom>
          <a:solidFill>
            <a:schemeClr val="accent1">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6F75D96-F363-7078-7B18-26CAC6DD8924}"/>
              </a:ext>
            </a:extLst>
          </p:cNvPr>
          <p:cNvSpPr>
            <a:spLocks noGrp="1"/>
          </p:cNvSpPr>
          <p:nvPr>
            <p:ph type="title"/>
          </p:nvPr>
        </p:nvSpPr>
        <p:spPr>
          <a:xfrm>
            <a:off x="3930085" y="167583"/>
            <a:ext cx="4840289" cy="815644"/>
          </a:xfrm>
        </p:spPr>
        <p:style>
          <a:lnRef idx="1">
            <a:schemeClr val="accent4"/>
          </a:lnRef>
          <a:fillRef idx="2">
            <a:schemeClr val="accent4"/>
          </a:fillRef>
          <a:effectRef idx="1">
            <a:schemeClr val="accent4"/>
          </a:effectRef>
          <a:fontRef idx="minor">
            <a:schemeClr val="dk1"/>
          </a:fontRef>
        </p:style>
        <p:txBody>
          <a:bodyPr/>
          <a:lstStyle/>
          <a:p>
            <a:r>
              <a:rPr lang="en-US" dirty="0">
                <a:solidFill>
                  <a:schemeClr val="bg2">
                    <a:lumMod val="75000"/>
                  </a:schemeClr>
                </a:solidFill>
              </a:rPr>
              <a:t>Project Statement</a:t>
            </a:r>
            <a:endParaRPr lang="en-IN" dirty="0">
              <a:solidFill>
                <a:schemeClr val="bg2">
                  <a:lumMod val="75000"/>
                </a:schemeClr>
              </a:solidFill>
            </a:endParaRPr>
          </a:p>
        </p:txBody>
      </p:sp>
      <p:sp>
        <p:nvSpPr>
          <p:cNvPr id="4" name="TextBox 3">
            <a:extLst>
              <a:ext uri="{FF2B5EF4-FFF2-40B4-BE49-F238E27FC236}">
                <a16:creationId xmlns:a16="http://schemas.microsoft.com/office/drawing/2014/main" id="{87464A37-A295-4BA0-7312-7D03D79A9B8C}"/>
              </a:ext>
            </a:extLst>
          </p:cNvPr>
          <p:cNvSpPr txBox="1"/>
          <p:nvPr/>
        </p:nvSpPr>
        <p:spPr>
          <a:xfrm>
            <a:off x="816077" y="1622323"/>
            <a:ext cx="4365523" cy="3785652"/>
          </a:xfrm>
          <a:prstGeom prst="rect">
            <a:avLst/>
          </a:prstGeom>
          <a:noFill/>
        </p:spPr>
        <p:txBody>
          <a:bodyPr wrap="square" rtlCol="0">
            <a:spAutoFit/>
          </a:bodyPr>
          <a:lstStyle/>
          <a:p>
            <a:pPr algn="just"/>
            <a:r>
              <a:rPr lang="en-US" sz="2400" dirty="0">
                <a:latin typeface="Britannic Bold" panose="020B0903060703020204" pitchFamily="34" charset="0"/>
              </a:rPr>
              <a:t>Analyze kids’ screentime patterns to uncover trends by age, gender, location type (urban/rural), device type, day-of-week, and activity category using data visualization. The goal is to present clear, actionable insights for parents, educators, and policymakers</a:t>
            </a:r>
            <a:endParaRPr lang="en-IN" sz="2400" dirty="0">
              <a:latin typeface="Britannic Bold" panose="020B0903060703020204" pitchFamily="34" charset="0"/>
            </a:endParaRPr>
          </a:p>
        </p:txBody>
      </p:sp>
      <p:sp>
        <p:nvSpPr>
          <p:cNvPr id="5" name="Rectangle 4">
            <a:extLst>
              <a:ext uri="{FF2B5EF4-FFF2-40B4-BE49-F238E27FC236}">
                <a16:creationId xmlns:a16="http://schemas.microsoft.com/office/drawing/2014/main" id="{0381A22E-6155-6944-00F3-A0EF27E556A4}"/>
              </a:ext>
            </a:extLst>
          </p:cNvPr>
          <p:cNvSpPr/>
          <p:nvPr/>
        </p:nvSpPr>
        <p:spPr>
          <a:xfrm>
            <a:off x="8522591" y="1531826"/>
            <a:ext cx="1970411" cy="523220"/>
          </a:xfrm>
          <a:prstGeom prst="rect">
            <a:avLst/>
          </a:prstGeom>
          <a:noFill/>
        </p:spPr>
        <p:txBody>
          <a:bodyPr wrap="none" lIns="91440" tIns="45720" rIns="91440" bIns="45720">
            <a:spAutoFit/>
          </a:bodyPr>
          <a:lstStyle/>
          <a:p>
            <a:pPr algn="ctr"/>
            <a:r>
              <a:rPr lang="en-US" sz="28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Algerian" panose="04020705040A02060702" pitchFamily="82" charset="0"/>
              </a:rPr>
              <a:t>Dataset :</a:t>
            </a:r>
          </a:p>
        </p:txBody>
      </p:sp>
      <p:sp>
        <p:nvSpPr>
          <p:cNvPr id="6" name="TextBox 5">
            <a:extLst>
              <a:ext uri="{FF2B5EF4-FFF2-40B4-BE49-F238E27FC236}">
                <a16:creationId xmlns:a16="http://schemas.microsoft.com/office/drawing/2014/main" id="{47B183C5-4035-34C3-50CC-AF820AD87B66}"/>
              </a:ext>
            </a:extLst>
          </p:cNvPr>
          <p:cNvSpPr txBox="1"/>
          <p:nvPr/>
        </p:nvSpPr>
        <p:spPr>
          <a:xfrm>
            <a:off x="6833420" y="2261419"/>
            <a:ext cx="5014452" cy="1200329"/>
          </a:xfrm>
          <a:prstGeom prst="rect">
            <a:avLst/>
          </a:prstGeom>
          <a:noFill/>
        </p:spPr>
        <p:txBody>
          <a:bodyPr wrap="square" rtlCol="0">
            <a:spAutoFit/>
          </a:bodyPr>
          <a:lstStyle/>
          <a:p>
            <a:r>
              <a:rPr lang="en-US" dirty="0">
                <a:latin typeface="Britannic Bold" panose="020B0903060703020204" pitchFamily="34" charset="0"/>
              </a:rPr>
              <a:t>Source: Kaggle — Indian Kids Screentime 2025</a:t>
            </a:r>
          </a:p>
          <a:p>
            <a:r>
              <a:rPr lang="en-US" dirty="0">
                <a:latin typeface="Britannic Bold" panose="020B0903060703020204" pitchFamily="34" charset="0"/>
              </a:rPr>
              <a:t> https://www.kaggle.com/datasets/ankushpanday2/indian-kids-screentime-2025</a:t>
            </a:r>
            <a:endParaRPr lang="en-IN" dirty="0">
              <a:latin typeface="Britannic Bold" panose="020B0903060703020204" pitchFamily="34" charset="0"/>
            </a:endParaRPr>
          </a:p>
        </p:txBody>
      </p:sp>
    </p:spTree>
    <p:extLst>
      <p:ext uri="{BB962C8B-B14F-4D97-AF65-F5344CB8AC3E}">
        <p14:creationId xmlns:p14="http://schemas.microsoft.com/office/powerpoint/2010/main" val="2091110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016836-7748-6652-4780-2A14BE20C66D}"/>
              </a:ext>
            </a:extLst>
          </p:cNvPr>
          <p:cNvSpPr txBox="1"/>
          <p:nvPr/>
        </p:nvSpPr>
        <p:spPr>
          <a:xfrm>
            <a:off x="4866968" y="167148"/>
            <a:ext cx="4739148" cy="707886"/>
          </a:xfrm>
          <a:prstGeom prst="rect">
            <a:avLst/>
          </a:prstGeom>
          <a:noFill/>
        </p:spPr>
        <p:txBody>
          <a:bodyPr wrap="square" rtlCol="0">
            <a:spAutoFit/>
          </a:bodyPr>
          <a:lstStyle/>
          <a:p>
            <a:pPr>
              <a:spcBef>
                <a:spcPts val="1000"/>
              </a:spcBef>
              <a:buClr>
                <a:schemeClr val="accent1"/>
              </a:buClr>
              <a:buSzPct val="80000"/>
              <a:defRPr/>
            </a:pPr>
            <a:r>
              <a:rPr lang="en-US" sz="4000" cap="all" dirty="0">
                <a:solidFill>
                  <a:srgbClr val="ACD433"/>
                </a:solidFill>
                <a:latin typeface="Century Gothic" panose="020B0502020202020204"/>
              </a:rPr>
              <a:t>Milestone 1</a:t>
            </a:r>
            <a:endParaRPr lang="en-IN" sz="4000" cap="all" dirty="0">
              <a:solidFill>
                <a:srgbClr val="ACD433"/>
              </a:solidFill>
              <a:latin typeface="Century Gothic" panose="020B0502020202020204"/>
            </a:endParaRPr>
          </a:p>
        </p:txBody>
      </p:sp>
      <p:sp>
        <p:nvSpPr>
          <p:cNvPr id="6" name="TextBox 5">
            <a:extLst>
              <a:ext uri="{FF2B5EF4-FFF2-40B4-BE49-F238E27FC236}">
                <a16:creationId xmlns:a16="http://schemas.microsoft.com/office/drawing/2014/main" id="{F7D6FB6F-DAB9-A013-C2C6-8AC219A17B90}"/>
              </a:ext>
            </a:extLst>
          </p:cNvPr>
          <p:cNvSpPr txBox="1"/>
          <p:nvPr/>
        </p:nvSpPr>
        <p:spPr>
          <a:xfrm>
            <a:off x="157316" y="1496650"/>
            <a:ext cx="5496232" cy="369332"/>
          </a:xfrm>
          <a:prstGeom prst="rect">
            <a:avLst/>
          </a:prstGeom>
        </p:spPr>
        <p:style>
          <a:lnRef idx="1">
            <a:schemeClr val="accent3"/>
          </a:lnRef>
          <a:fillRef idx="3">
            <a:schemeClr val="accent3"/>
          </a:fillRef>
          <a:effectRef idx="2">
            <a:schemeClr val="accent3"/>
          </a:effectRef>
          <a:fontRef idx="minor">
            <a:schemeClr val="lt1"/>
          </a:fontRef>
        </p:style>
        <p:txBody>
          <a:bodyPr wrap="square">
            <a:spAutoFit/>
          </a:bodyPr>
          <a:lstStyle/>
          <a:p>
            <a:r>
              <a:rPr lang="en-US" dirty="0"/>
              <a:t>Week 1: Project Initialization and Dataset Setup</a:t>
            </a:r>
            <a:endParaRPr lang="en-IN" dirty="0"/>
          </a:p>
        </p:txBody>
      </p:sp>
      <p:sp>
        <p:nvSpPr>
          <p:cNvPr id="7" name="TextBox 6">
            <a:extLst>
              <a:ext uri="{FF2B5EF4-FFF2-40B4-BE49-F238E27FC236}">
                <a16:creationId xmlns:a16="http://schemas.microsoft.com/office/drawing/2014/main" id="{BE1024B8-36B2-D7A7-5DE2-54364B5AFEC9}"/>
              </a:ext>
            </a:extLst>
          </p:cNvPr>
          <p:cNvSpPr txBox="1"/>
          <p:nvPr/>
        </p:nvSpPr>
        <p:spPr>
          <a:xfrm>
            <a:off x="6543368" y="1422908"/>
            <a:ext cx="5496232" cy="369332"/>
          </a:xfrm>
          <a:prstGeom prst="rect">
            <a:avLst/>
          </a:prstGeom>
        </p:spPr>
        <p:style>
          <a:lnRef idx="1">
            <a:schemeClr val="accent3"/>
          </a:lnRef>
          <a:fillRef idx="3">
            <a:schemeClr val="accent3"/>
          </a:fillRef>
          <a:effectRef idx="2">
            <a:schemeClr val="accent3"/>
          </a:effectRef>
          <a:fontRef idx="minor">
            <a:schemeClr val="lt1"/>
          </a:fontRef>
        </p:style>
        <p:txBody>
          <a:bodyPr wrap="square">
            <a:spAutoFit/>
          </a:bodyPr>
          <a:lstStyle/>
          <a:p>
            <a:r>
              <a:rPr lang="en-US" dirty="0"/>
              <a:t>Week 2: Preprocessing and Feature Engineering </a:t>
            </a:r>
            <a:endParaRPr lang="en-IN" dirty="0"/>
          </a:p>
        </p:txBody>
      </p:sp>
      <p:graphicFrame>
        <p:nvGraphicFramePr>
          <p:cNvPr id="8" name="Table 7">
            <a:extLst>
              <a:ext uri="{FF2B5EF4-FFF2-40B4-BE49-F238E27FC236}">
                <a16:creationId xmlns:a16="http://schemas.microsoft.com/office/drawing/2014/main" id="{348953A7-F093-05B4-A7B1-F2A67F785EE4}"/>
              </a:ext>
            </a:extLst>
          </p:cNvPr>
          <p:cNvGraphicFramePr>
            <a:graphicFrameLocks noGrp="1"/>
          </p:cNvGraphicFramePr>
          <p:nvPr>
            <p:extLst>
              <p:ext uri="{D42A27DB-BD31-4B8C-83A1-F6EECF244321}">
                <p14:modId xmlns:p14="http://schemas.microsoft.com/office/powerpoint/2010/main" val="2931982017"/>
              </p:ext>
            </p:extLst>
          </p:nvPr>
        </p:nvGraphicFramePr>
        <p:xfrm>
          <a:off x="235973" y="2039427"/>
          <a:ext cx="5466737" cy="3751776"/>
        </p:xfrm>
        <a:graphic>
          <a:graphicData uri="http://schemas.openxmlformats.org/drawingml/2006/table">
            <a:tbl>
              <a:tblPr firstRow="1" firstCol="1" bandRow="1">
                <a:tableStyleId>{D113A9D2-9D6B-4929-AA2D-F23B5EE8CBE7}</a:tableStyleId>
              </a:tblPr>
              <a:tblGrid>
                <a:gridCol w="2899142">
                  <a:extLst>
                    <a:ext uri="{9D8B030D-6E8A-4147-A177-3AD203B41FA5}">
                      <a16:colId xmlns:a16="http://schemas.microsoft.com/office/drawing/2014/main" val="798992079"/>
                    </a:ext>
                  </a:extLst>
                </a:gridCol>
                <a:gridCol w="2567595">
                  <a:extLst>
                    <a:ext uri="{9D8B030D-6E8A-4147-A177-3AD203B41FA5}">
                      <a16:colId xmlns:a16="http://schemas.microsoft.com/office/drawing/2014/main" val="1969697379"/>
                    </a:ext>
                  </a:extLst>
                </a:gridCol>
              </a:tblGrid>
              <a:tr h="502145">
                <a:tc>
                  <a:txBody>
                    <a:bodyPr/>
                    <a:lstStyle/>
                    <a:p>
                      <a:pPr marL="0" marR="0">
                        <a:lnSpc>
                          <a:spcPct val="150000"/>
                        </a:lnSpc>
                        <a:buNone/>
                      </a:pPr>
                      <a:r>
                        <a:rPr lang="en-IN" sz="1200" b="1" kern="100" cap="none" spc="0" dirty="0">
                          <a:ln w="0"/>
                          <a:solidFill>
                            <a:schemeClr val="tx1"/>
                          </a:solidFill>
                          <a:effectLst>
                            <a:outerShdw blurRad="38100" dist="19050" dir="2700000" algn="tl" rotWithShape="0">
                              <a:schemeClr val="dk1">
                                <a:alpha val="40000"/>
                              </a:schemeClr>
                            </a:outerShdw>
                          </a:effectLst>
                        </a:rPr>
                        <a:t>Age</a:t>
                      </a:r>
                      <a:endParaRPr lang="en-IN" sz="11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50000"/>
                        </a:lnSpc>
                        <a:spcAft>
                          <a:spcPts val="800"/>
                        </a:spcAft>
                        <a:buNone/>
                      </a:pPr>
                      <a:r>
                        <a:rPr lang="en-IN" sz="1200" b="1" kern="100" cap="none" spc="0" dirty="0">
                          <a:ln w="0"/>
                          <a:solidFill>
                            <a:schemeClr val="tx1"/>
                          </a:solidFill>
                          <a:effectLst>
                            <a:outerShdw blurRad="38100" dist="19050" dir="2700000" algn="tl" rotWithShape="0">
                              <a:schemeClr val="dk1">
                                <a:alpha val="40000"/>
                              </a:schemeClr>
                            </a:outerShdw>
                          </a:effectLst>
                        </a:rPr>
                        <a:t>Numeric (8-18)</a:t>
                      </a:r>
                      <a:endParaRPr lang="en-IN" sz="11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432339352"/>
                  </a:ext>
                </a:extLst>
              </a:tr>
              <a:tr h="291016">
                <a:tc>
                  <a:txBody>
                    <a:bodyPr/>
                    <a:lstStyle/>
                    <a:p>
                      <a:pPr marL="0" marR="0">
                        <a:lnSpc>
                          <a:spcPct val="150000"/>
                        </a:lnSpc>
                        <a:buNone/>
                      </a:pPr>
                      <a:r>
                        <a:rPr lang="en-IN" sz="1200" b="1" kern="100" cap="none" spc="0">
                          <a:ln w="0"/>
                          <a:solidFill>
                            <a:schemeClr val="tx1"/>
                          </a:solidFill>
                          <a:effectLst>
                            <a:outerShdw blurRad="38100" dist="19050" dir="2700000" algn="tl" rotWithShape="0">
                              <a:schemeClr val="dk1">
                                <a:alpha val="40000"/>
                              </a:schemeClr>
                            </a:outerShdw>
                          </a:effectLst>
                        </a:rPr>
                        <a:t>Gender</a:t>
                      </a:r>
                      <a:endParaRPr lang="en-IN" sz="1100" b="1" kern="10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50000"/>
                        </a:lnSpc>
                        <a:spcAft>
                          <a:spcPts val="800"/>
                        </a:spcAft>
                        <a:buNone/>
                      </a:pPr>
                      <a:r>
                        <a:rPr lang="en-IN" sz="1200" b="1" kern="100" cap="none" spc="0" dirty="0">
                          <a:ln w="0"/>
                          <a:solidFill>
                            <a:schemeClr val="tx1"/>
                          </a:solidFill>
                          <a:effectLst>
                            <a:outerShdw blurRad="38100" dist="19050" dir="2700000" algn="tl" rotWithShape="0">
                              <a:schemeClr val="dk1">
                                <a:alpha val="40000"/>
                              </a:schemeClr>
                            </a:outerShdw>
                          </a:effectLst>
                        </a:rPr>
                        <a:t>male or female</a:t>
                      </a:r>
                      <a:endParaRPr lang="en-IN" sz="11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370046680"/>
                  </a:ext>
                </a:extLst>
              </a:tr>
              <a:tr h="291016">
                <a:tc>
                  <a:txBody>
                    <a:bodyPr/>
                    <a:lstStyle/>
                    <a:p>
                      <a:pPr marL="0" marR="0">
                        <a:lnSpc>
                          <a:spcPct val="150000"/>
                        </a:lnSpc>
                        <a:buNone/>
                      </a:pPr>
                      <a:r>
                        <a:rPr lang="en-IN" sz="1200" b="1" kern="100" cap="none" spc="0">
                          <a:ln w="0"/>
                          <a:solidFill>
                            <a:schemeClr val="tx1"/>
                          </a:solidFill>
                          <a:effectLst>
                            <a:outerShdw blurRad="38100" dist="19050" dir="2700000" algn="tl" rotWithShape="0">
                              <a:schemeClr val="dk1">
                                <a:alpha val="40000"/>
                              </a:schemeClr>
                            </a:outerShdw>
                          </a:effectLst>
                        </a:rPr>
                        <a:t>Avg_Daily_Screen_Time_hr</a:t>
                      </a:r>
                      <a:endParaRPr lang="en-IN" sz="1100" b="1" kern="10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50000"/>
                        </a:lnSpc>
                        <a:spcAft>
                          <a:spcPts val="800"/>
                        </a:spcAft>
                        <a:buNone/>
                      </a:pPr>
                      <a:r>
                        <a:rPr lang="en-IN" sz="1200" b="1" kern="100" cap="none" spc="0" dirty="0" err="1">
                          <a:ln w="0"/>
                          <a:solidFill>
                            <a:schemeClr val="tx1"/>
                          </a:solidFill>
                          <a:effectLst>
                            <a:outerShdw blurRad="38100" dist="19050" dir="2700000" algn="tl" rotWithShape="0">
                              <a:schemeClr val="dk1">
                                <a:alpha val="40000"/>
                              </a:schemeClr>
                            </a:outerShdw>
                          </a:effectLst>
                        </a:rPr>
                        <a:t>hrs:mins</a:t>
                      </a:r>
                      <a:endParaRPr lang="en-IN" sz="11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819170399"/>
                  </a:ext>
                </a:extLst>
              </a:tr>
              <a:tr h="291016">
                <a:tc>
                  <a:txBody>
                    <a:bodyPr/>
                    <a:lstStyle/>
                    <a:p>
                      <a:pPr marL="0" marR="0">
                        <a:lnSpc>
                          <a:spcPct val="150000"/>
                        </a:lnSpc>
                        <a:buNone/>
                      </a:pPr>
                      <a:r>
                        <a:rPr lang="en-IN" sz="1200" b="1" kern="100" cap="none" spc="0">
                          <a:ln w="0"/>
                          <a:solidFill>
                            <a:schemeClr val="tx1"/>
                          </a:solidFill>
                          <a:effectLst>
                            <a:outerShdw blurRad="38100" dist="19050" dir="2700000" algn="tl" rotWithShape="0">
                              <a:schemeClr val="dk1">
                                <a:alpha val="40000"/>
                              </a:schemeClr>
                            </a:outerShdw>
                          </a:effectLst>
                        </a:rPr>
                        <a:t>Primary_Device</a:t>
                      </a:r>
                      <a:endParaRPr lang="en-IN" sz="1100" b="1" kern="10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50000"/>
                        </a:lnSpc>
                        <a:spcAft>
                          <a:spcPts val="800"/>
                        </a:spcAft>
                        <a:buNone/>
                      </a:pPr>
                      <a:r>
                        <a:rPr lang="en-IN" sz="1200" b="1" kern="100" cap="none" spc="0" dirty="0">
                          <a:ln w="0"/>
                          <a:solidFill>
                            <a:schemeClr val="tx1"/>
                          </a:solidFill>
                          <a:effectLst>
                            <a:outerShdw blurRad="38100" dist="19050" dir="2700000" algn="tl" rotWithShape="0">
                              <a:schemeClr val="dk1">
                                <a:alpha val="40000"/>
                              </a:schemeClr>
                            </a:outerShdw>
                          </a:effectLst>
                        </a:rPr>
                        <a:t>smartphone, laptop, tv, tablet</a:t>
                      </a:r>
                      <a:endParaRPr lang="en-IN" sz="11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60035318"/>
                  </a:ext>
                </a:extLst>
              </a:tr>
              <a:tr h="291016">
                <a:tc>
                  <a:txBody>
                    <a:bodyPr/>
                    <a:lstStyle/>
                    <a:p>
                      <a:pPr marL="0" marR="0">
                        <a:lnSpc>
                          <a:spcPct val="150000"/>
                        </a:lnSpc>
                        <a:buNone/>
                      </a:pPr>
                      <a:r>
                        <a:rPr lang="en-IN" sz="1200" b="1" kern="100" cap="none" spc="0">
                          <a:ln w="0"/>
                          <a:solidFill>
                            <a:schemeClr val="tx1"/>
                          </a:solidFill>
                          <a:effectLst>
                            <a:outerShdw blurRad="38100" dist="19050" dir="2700000" algn="tl" rotWithShape="0">
                              <a:schemeClr val="dk1">
                                <a:alpha val="40000"/>
                              </a:schemeClr>
                            </a:outerShdw>
                          </a:effectLst>
                        </a:rPr>
                        <a:t>Exceeded_Recommended_Limit</a:t>
                      </a:r>
                      <a:endParaRPr lang="en-IN" sz="1100" b="1" kern="10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50000"/>
                        </a:lnSpc>
                        <a:spcAft>
                          <a:spcPts val="800"/>
                        </a:spcAft>
                        <a:buNone/>
                      </a:pPr>
                      <a:r>
                        <a:rPr lang="en-IN" sz="1200" b="1" kern="100" cap="none" spc="0" dirty="0">
                          <a:ln w="0"/>
                          <a:solidFill>
                            <a:schemeClr val="tx1"/>
                          </a:solidFill>
                          <a:effectLst>
                            <a:outerShdw blurRad="38100" dist="19050" dir="2700000" algn="tl" rotWithShape="0">
                              <a:schemeClr val="dk1">
                                <a:alpha val="40000"/>
                              </a:schemeClr>
                            </a:outerShdw>
                          </a:effectLst>
                        </a:rPr>
                        <a:t>Boolean (TRUE / FALSE)</a:t>
                      </a:r>
                      <a:endParaRPr lang="en-IN" sz="11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538146323"/>
                  </a:ext>
                </a:extLst>
              </a:tr>
              <a:tr h="291016">
                <a:tc>
                  <a:txBody>
                    <a:bodyPr/>
                    <a:lstStyle/>
                    <a:p>
                      <a:pPr marL="0" marR="0">
                        <a:lnSpc>
                          <a:spcPct val="150000"/>
                        </a:lnSpc>
                        <a:buNone/>
                      </a:pPr>
                      <a:r>
                        <a:rPr lang="en-IN" sz="1200" b="1" kern="100" cap="none" spc="0">
                          <a:ln w="0"/>
                          <a:solidFill>
                            <a:schemeClr val="tx1"/>
                          </a:solidFill>
                          <a:effectLst>
                            <a:outerShdw blurRad="38100" dist="19050" dir="2700000" algn="tl" rotWithShape="0">
                              <a:schemeClr val="dk1">
                                <a:alpha val="40000"/>
                              </a:schemeClr>
                            </a:outerShdw>
                          </a:effectLst>
                        </a:rPr>
                        <a:t>Educational_to_Recreational_Ratio</a:t>
                      </a:r>
                      <a:endParaRPr lang="en-IN" sz="1100" b="1" kern="10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50000"/>
                        </a:lnSpc>
                        <a:spcAft>
                          <a:spcPts val="800"/>
                        </a:spcAft>
                        <a:buNone/>
                      </a:pPr>
                      <a:r>
                        <a:rPr lang="en-IN" sz="1200" b="1" kern="100" cap="none" spc="0" dirty="0">
                          <a:ln w="0"/>
                          <a:solidFill>
                            <a:schemeClr val="tx1"/>
                          </a:solidFill>
                          <a:effectLst>
                            <a:outerShdw blurRad="38100" dist="19050" dir="2700000" algn="tl" rotWithShape="0">
                              <a:schemeClr val="dk1">
                                <a:alpha val="40000"/>
                              </a:schemeClr>
                            </a:outerShdw>
                          </a:effectLst>
                        </a:rPr>
                        <a:t>Decimal</a:t>
                      </a:r>
                      <a:endParaRPr lang="en-IN" sz="11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602435369"/>
                  </a:ext>
                </a:extLst>
              </a:tr>
              <a:tr h="1503535">
                <a:tc>
                  <a:txBody>
                    <a:bodyPr/>
                    <a:lstStyle/>
                    <a:p>
                      <a:pPr marL="0" marR="0">
                        <a:lnSpc>
                          <a:spcPct val="150000"/>
                        </a:lnSpc>
                        <a:buNone/>
                      </a:pPr>
                      <a:r>
                        <a:rPr lang="en-IN" sz="1200" b="1" kern="100" cap="none" spc="0">
                          <a:ln w="0"/>
                          <a:solidFill>
                            <a:schemeClr val="tx1"/>
                          </a:solidFill>
                          <a:effectLst>
                            <a:outerShdw blurRad="38100" dist="19050" dir="2700000" algn="tl" rotWithShape="0">
                              <a:schemeClr val="dk1">
                                <a:alpha val="40000"/>
                              </a:schemeClr>
                            </a:outerShdw>
                          </a:effectLst>
                        </a:rPr>
                        <a:t>Health_Imapacts</a:t>
                      </a:r>
                      <a:endParaRPr lang="en-IN" sz="1100" b="1" kern="10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342900" marR="0" lvl="0" indent="-342900">
                        <a:lnSpc>
                          <a:spcPct val="150000"/>
                        </a:lnSpc>
                        <a:buFont typeface="Wingdings" panose="05000000000000000000" pitchFamily="2" charset="2"/>
                        <a:buChar char=""/>
                      </a:pPr>
                      <a:r>
                        <a:rPr lang="en-IN" sz="1200" b="1" kern="100" cap="none" spc="0" dirty="0">
                          <a:ln w="0"/>
                          <a:solidFill>
                            <a:schemeClr val="tx1"/>
                          </a:solidFill>
                          <a:effectLst>
                            <a:outerShdw blurRad="38100" dist="19050" dir="2700000" algn="tl" rotWithShape="0">
                              <a:schemeClr val="dk1">
                                <a:alpha val="40000"/>
                              </a:schemeClr>
                            </a:outerShdw>
                          </a:effectLst>
                        </a:rPr>
                        <a:t>Poor sleep</a:t>
                      </a:r>
                      <a:endParaRPr lang="en-IN" sz="1100" b="1" kern="100" cap="none" spc="0" dirty="0">
                        <a:ln w="0"/>
                        <a:solidFill>
                          <a:schemeClr val="tx1"/>
                        </a:solidFill>
                        <a:effectLst>
                          <a:outerShdw blurRad="38100" dist="19050" dir="2700000" algn="tl" rotWithShape="0">
                            <a:schemeClr val="dk1">
                              <a:alpha val="40000"/>
                            </a:schemeClr>
                          </a:outerShdw>
                        </a:effectLst>
                      </a:endParaRPr>
                    </a:p>
                    <a:p>
                      <a:pPr marL="342900" marR="0" lvl="0" indent="-342900">
                        <a:lnSpc>
                          <a:spcPct val="150000"/>
                        </a:lnSpc>
                        <a:buFont typeface="Wingdings" panose="05000000000000000000" pitchFamily="2" charset="2"/>
                        <a:buChar char=""/>
                      </a:pPr>
                      <a:r>
                        <a:rPr lang="en-IN" sz="1200" b="1" kern="100" cap="none" spc="0" dirty="0">
                          <a:ln w="0"/>
                          <a:solidFill>
                            <a:schemeClr val="tx1"/>
                          </a:solidFill>
                          <a:effectLst>
                            <a:outerShdw blurRad="38100" dist="19050" dir="2700000" algn="tl" rotWithShape="0">
                              <a:schemeClr val="dk1">
                                <a:alpha val="40000"/>
                              </a:schemeClr>
                            </a:outerShdw>
                          </a:effectLst>
                        </a:rPr>
                        <a:t>Anxiety</a:t>
                      </a:r>
                      <a:endParaRPr lang="en-IN" sz="1100" b="1" kern="100" cap="none" spc="0" dirty="0">
                        <a:ln w="0"/>
                        <a:solidFill>
                          <a:schemeClr val="tx1"/>
                        </a:solidFill>
                        <a:effectLst>
                          <a:outerShdw blurRad="38100" dist="19050" dir="2700000" algn="tl" rotWithShape="0">
                            <a:schemeClr val="dk1">
                              <a:alpha val="40000"/>
                            </a:schemeClr>
                          </a:outerShdw>
                        </a:effectLst>
                      </a:endParaRPr>
                    </a:p>
                    <a:p>
                      <a:pPr marL="342900" marR="0" lvl="0" indent="-342900">
                        <a:lnSpc>
                          <a:spcPct val="150000"/>
                        </a:lnSpc>
                        <a:buFont typeface="Wingdings" panose="05000000000000000000" pitchFamily="2" charset="2"/>
                        <a:buChar char=""/>
                      </a:pPr>
                      <a:r>
                        <a:rPr lang="en-IN" sz="1200" b="1" kern="100" cap="none" spc="0" dirty="0">
                          <a:ln w="0"/>
                          <a:solidFill>
                            <a:schemeClr val="tx1"/>
                          </a:solidFill>
                          <a:effectLst>
                            <a:outerShdw blurRad="38100" dist="19050" dir="2700000" algn="tl" rotWithShape="0">
                              <a:schemeClr val="dk1">
                                <a:alpha val="40000"/>
                              </a:schemeClr>
                            </a:outerShdw>
                          </a:effectLst>
                        </a:rPr>
                        <a:t>Eye strain</a:t>
                      </a:r>
                      <a:endParaRPr lang="en-IN" sz="1100" b="1" kern="100" cap="none" spc="0" dirty="0">
                        <a:ln w="0"/>
                        <a:solidFill>
                          <a:schemeClr val="tx1"/>
                        </a:solidFill>
                        <a:effectLst>
                          <a:outerShdw blurRad="38100" dist="19050" dir="2700000" algn="tl" rotWithShape="0">
                            <a:schemeClr val="dk1">
                              <a:alpha val="40000"/>
                            </a:schemeClr>
                          </a:outerShdw>
                        </a:effectLst>
                      </a:endParaRPr>
                    </a:p>
                    <a:p>
                      <a:pPr marL="342900" marR="0" lvl="0" indent="-342900">
                        <a:lnSpc>
                          <a:spcPct val="150000"/>
                        </a:lnSpc>
                        <a:buFont typeface="Wingdings" panose="05000000000000000000" pitchFamily="2" charset="2"/>
                        <a:buChar char=""/>
                      </a:pPr>
                      <a:r>
                        <a:rPr lang="en-IN" sz="1200" b="1" kern="100" cap="none" spc="0" dirty="0">
                          <a:ln w="0"/>
                          <a:solidFill>
                            <a:schemeClr val="tx1"/>
                          </a:solidFill>
                          <a:effectLst>
                            <a:outerShdw blurRad="38100" dist="19050" dir="2700000" algn="tl" rotWithShape="0">
                              <a:schemeClr val="dk1">
                                <a:alpha val="40000"/>
                              </a:schemeClr>
                            </a:outerShdw>
                          </a:effectLst>
                        </a:rPr>
                        <a:t>Obesity risk</a:t>
                      </a:r>
                      <a:endParaRPr lang="en-IN" sz="1100" b="1" kern="100" cap="none" spc="0" dirty="0">
                        <a:ln w="0"/>
                        <a:solidFill>
                          <a:schemeClr val="tx1"/>
                        </a:solidFill>
                        <a:effectLst>
                          <a:outerShdw blurRad="38100" dist="19050" dir="2700000" algn="tl" rotWithShape="0">
                            <a:schemeClr val="dk1">
                              <a:alpha val="40000"/>
                            </a:schemeClr>
                          </a:outerShdw>
                        </a:effectLst>
                      </a:endParaRPr>
                    </a:p>
                    <a:p>
                      <a:pPr marL="457200" marR="0">
                        <a:lnSpc>
                          <a:spcPct val="150000"/>
                        </a:lnSpc>
                        <a:spcAft>
                          <a:spcPts val="800"/>
                        </a:spcAft>
                        <a:buNone/>
                      </a:pPr>
                      <a:r>
                        <a:rPr lang="en-IN" sz="1200" b="1" kern="100" cap="none" spc="0" dirty="0">
                          <a:ln w="0"/>
                          <a:solidFill>
                            <a:schemeClr val="tx1"/>
                          </a:solidFill>
                          <a:effectLst>
                            <a:outerShdw blurRad="38100" dist="19050" dir="2700000" algn="tl" rotWithShape="0">
                              <a:schemeClr val="dk1">
                                <a:alpha val="40000"/>
                              </a:schemeClr>
                            </a:outerShdw>
                          </a:effectLst>
                        </a:rPr>
                        <a:t> </a:t>
                      </a:r>
                      <a:endParaRPr lang="en-IN" sz="11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834794426"/>
                  </a:ext>
                </a:extLst>
              </a:tr>
              <a:tr h="291016">
                <a:tc>
                  <a:txBody>
                    <a:bodyPr/>
                    <a:lstStyle/>
                    <a:p>
                      <a:pPr marL="0" marR="0">
                        <a:lnSpc>
                          <a:spcPct val="150000"/>
                        </a:lnSpc>
                        <a:buNone/>
                      </a:pPr>
                      <a:r>
                        <a:rPr lang="en-IN" sz="1200" b="1" kern="100" cap="none" spc="0">
                          <a:ln w="0"/>
                          <a:solidFill>
                            <a:schemeClr val="tx1"/>
                          </a:solidFill>
                          <a:effectLst>
                            <a:outerShdw blurRad="38100" dist="19050" dir="2700000" algn="tl" rotWithShape="0">
                              <a:schemeClr val="dk1">
                                <a:alpha val="40000"/>
                              </a:schemeClr>
                            </a:outerShdw>
                          </a:effectLst>
                        </a:rPr>
                        <a:t>Urban_or_Rural</a:t>
                      </a:r>
                      <a:endParaRPr lang="en-IN" sz="1100" b="1" kern="10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50000"/>
                        </a:lnSpc>
                        <a:spcAft>
                          <a:spcPts val="800"/>
                        </a:spcAft>
                        <a:buNone/>
                      </a:pPr>
                      <a:r>
                        <a:rPr lang="en-IN" sz="1200" b="1" kern="100" cap="none" spc="0" dirty="0">
                          <a:ln w="0"/>
                          <a:solidFill>
                            <a:schemeClr val="tx1"/>
                          </a:solidFill>
                          <a:effectLst>
                            <a:outerShdw blurRad="38100" dist="19050" dir="2700000" algn="tl" rotWithShape="0">
                              <a:schemeClr val="dk1">
                                <a:alpha val="40000"/>
                              </a:schemeClr>
                            </a:outerShdw>
                          </a:effectLst>
                        </a:rPr>
                        <a:t>String (urban / rural)</a:t>
                      </a:r>
                      <a:endParaRPr lang="en-IN" sz="1100" b="1" kern="1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285653961"/>
                  </a:ext>
                </a:extLst>
              </a:tr>
            </a:tbl>
          </a:graphicData>
        </a:graphic>
      </p:graphicFrame>
      <p:graphicFrame>
        <p:nvGraphicFramePr>
          <p:cNvPr id="9" name="Diagram 8">
            <a:extLst>
              <a:ext uri="{FF2B5EF4-FFF2-40B4-BE49-F238E27FC236}">
                <a16:creationId xmlns:a16="http://schemas.microsoft.com/office/drawing/2014/main" id="{416BF93C-CA2A-9996-A749-6DCCB5063C50}"/>
              </a:ext>
            </a:extLst>
          </p:cNvPr>
          <p:cNvGraphicFramePr/>
          <p:nvPr>
            <p:extLst>
              <p:ext uri="{D42A27DB-BD31-4B8C-83A1-F6EECF244321}">
                <p14:modId xmlns:p14="http://schemas.microsoft.com/office/powerpoint/2010/main" val="534601573"/>
              </p:ext>
            </p:extLst>
          </p:nvPr>
        </p:nvGraphicFramePr>
        <p:xfrm>
          <a:off x="6764594" y="1976283"/>
          <a:ext cx="5211096" cy="36084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3940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76BAF-6D76-EA69-3532-6DABA7E133E7}"/>
              </a:ext>
            </a:extLst>
          </p:cNvPr>
          <p:cNvSpPr>
            <a:spLocks noGrp="1"/>
          </p:cNvSpPr>
          <p:nvPr>
            <p:ph type="title"/>
          </p:nvPr>
        </p:nvSpPr>
        <p:spPr>
          <a:xfrm>
            <a:off x="4640825" y="138086"/>
            <a:ext cx="3451123" cy="736985"/>
          </a:xfrm>
        </p:spPr>
        <p:txBody>
          <a:bodyPr/>
          <a:lstStyle/>
          <a:p>
            <a:pPr marL="0" marR="0" lvl="0" indent="0" defTabSz="457200" rtl="0" eaLnBrk="1" fontAlgn="auto" latinLnBrk="0" hangingPunct="1">
              <a:lnSpc>
                <a:spcPct val="100000"/>
              </a:lnSpc>
              <a:spcBef>
                <a:spcPts val="1000"/>
              </a:spcBef>
              <a:spcAft>
                <a:spcPts val="0"/>
              </a:spcAft>
              <a:tabLst/>
              <a:defRPr/>
            </a:pPr>
            <a:r>
              <a:rPr kumimoji="0" lang="en-US" sz="4000" b="0" i="0" u="none" strike="noStrike" kern="1200" cap="all" spc="0" normalizeH="0" baseline="0" noProof="0" dirty="0">
                <a:ln>
                  <a:noFill/>
                </a:ln>
                <a:solidFill>
                  <a:srgbClr val="ACD433"/>
                </a:solidFill>
                <a:effectLst/>
                <a:uLnTx/>
                <a:uFillTx/>
                <a:latin typeface="Century Gothic" panose="020B0502020202020204"/>
                <a:ea typeface="+mn-ea"/>
                <a:cs typeface="+mn-cs"/>
              </a:rPr>
              <a:t>Milestone 2</a:t>
            </a:r>
            <a:br>
              <a:rPr kumimoji="0" lang="en-IN" sz="4000" b="0" i="0" u="none" strike="noStrike" kern="1200" cap="all" spc="0" normalizeH="0" baseline="0" noProof="0" dirty="0">
                <a:ln>
                  <a:noFill/>
                </a:ln>
                <a:solidFill>
                  <a:srgbClr val="ACD433"/>
                </a:solidFill>
                <a:effectLst/>
                <a:uLnTx/>
                <a:uFillTx/>
                <a:latin typeface="Century Gothic" panose="020B0502020202020204"/>
                <a:ea typeface="+mn-ea"/>
                <a:cs typeface="+mn-cs"/>
              </a:rPr>
            </a:br>
            <a:endParaRPr lang="en-IN" dirty="0"/>
          </a:p>
        </p:txBody>
      </p:sp>
      <p:pic>
        <p:nvPicPr>
          <p:cNvPr id="5" name="Picture 4">
            <a:extLst>
              <a:ext uri="{FF2B5EF4-FFF2-40B4-BE49-F238E27FC236}">
                <a16:creationId xmlns:a16="http://schemas.microsoft.com/office/drawing/2014/main" id="{CFE5EDC8-3C38-EAB8-3943-AA6DC2CF5666}"/>
              </a:ext>
            </a:extLst>
          </p:cNvPr>
          <p:cNvPicPr>
            <a:picLocks noChangeAspect="1"/>
          </p:cNvPicPr>
          <p:nvPr/>
        </p:nvPicPr>
        <p:blipFill>
          <a:blip r:embed="rId2"/>
          <a:stretch>
            <a:fillRect/>
          </a:stretch>
        </p:blipFill>
        <p:spPr>
          <a:xfrm>
            <a:off x="0" y="1651818"/>
            <a:ext cx="6451135" cy="2827279"/>
          </a:xfrm>
          <a:prstGeom prst="rect">
            <a:avLst/>
          </a:prstGeom>
        </p:spPr>
      </p:pic>
      <p:sp>
        <p:nvSpPr>
          <p:cNvPr id="9" name="TextBox 8">
            <a:extLst>
              <a:ext uri="{FF2B5EF4-FFF2-40B4-BE49-F238E27FC236}">
                <a16:creationId xmlns:a16="http://schemas.microsoft.com/office/drawing/2014/main" id="{C4E732DE-B67C-2CA4-39EC-6DF7AAE9A035}"/>
              </a:ext>
            </a:extLst>
          </p:cNvPr>
          <p:cNvSpPr txBox="1"/>
          <p:nvPr/>
        </p:nvSpPr>
        <p:spPr>
          <a:xfrm>
            <a:off x="2782529" y="794320"/>
            <a:ext cx="6764594"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dirty="0"/>
              <a:t>Week 3: Univariate and Bivariate Visual Analysis </a:t>
            </a:r>
          </a:p>
          <a:p>
            <a:r>
              <a:rPr lang="en-US" dirty="0"/>
              <a:t>Week 4: Device/Activity and Weekday/Weekend Analysis </a:t>
            </a:r>
            <a:endParaRPr lang="en-IN" dirty="0"/>
          </a:p>
        </p:txBody>
      </p:sp>
      <p:pic>
        <p:nvPicPr>
          <p:cNvPr id="11" name="Picture 10">
            <a:extLst>
              <a:ext uri="{FF2B5EF4-FFF2-40B4-BE49-F238E27FC236}">
                <a16:creationId xmlns:a16="http://schemas.microsoft.com/office/drawing/2014/main" id="{68411D8D-E0CA-78A2-305F-C370CE26243B}"/>
              </a:ext>
            </a:extLst>
          </p:cNvPr>
          <p:cNvPicPr>
            <a:picLocks noChangeAspect="1"/>
          </p:cNvPicPr>
          <p:nvPr/>
        </p:nvPicPr>
        <p:blipFill>
          <a:blip r:embed="rId3"/>
          <a:stretch>
            <a:fillRect/>
          </a:stretch>
        </p:blipFill>
        <p:spPr>
          <a:xfrm>
            <a:off x="6754762" y="1720646"/>
            <a:ext cx="5268543" cy="2792361"/>
          </a:xfrm>
          <a:prstGeom prst="rect">
            <a:avLst/>
          </a:prstGeom>
        </p:spPr>
      </p:pic>
      <p:pic>
        <p:nvPicPr>
          <p:cNvPr id="13" name="Picture 12">
            <a:extLst>
              <a:ext uri="{FF2B5EF4-FFF2-40B4-BE49-F238E27FC236}">
                <a16:creationId xmlns:a16="http://schemas.microsoft.com/office/drawing/2014/main" id="{07A3A7F8-DC1D-D55B-1818-1B5076931EF1}"/>
              </a:ext>
            </a:extLst>
          </p:cNvPr>
          <p:cNvPicPr>
            <a:picLocks noChangeAspect="1"/>
          </p:cNvPicPr>
          <p:nvPr/>
        </p:nvPicPr>
        <p:blipFill>
          <a:blip r:embed="rId4"/>
          <a:srcRect l="7014" r="4178" b="8076"/>
          <a:stretch>
            <a:fillRect/>
          </a:stretch>
        </p:blipFill>
        <p:spPr>
          <a:xfrm>
            <a:off x="4208206" y="4597503"/>
            <a:ext cx="5574891" cy="2181839"/>
          </a:xfrm>
          <a:prstGeom prst="rect">
            <a:avLst/>
          </a:prstGeom>
        </p:spPr>
      </p:pic>
    </p:spTree>
    <p:extLst>
      <p:ext uri="{BB962C8B-B14F-4D97-AF65-F5344CB8AC3E}">
        <p14:creationId xmlns:p14="http://schemas.microsoft.com/office/powerpoint/2010/main" val="1796743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C11E2-65BD-326E-B41F-A675A1B59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6D9861-9A8E-2FCF-03F1-A262BB5F0C72}"/>
              </a:ext>
            </a:extLst>
          </p:cNvPr>
          <p:cNvSpPr>
            <a:spLocks noGrp="1"/>
          </p:cNvSpPr>
          <p:nvPr>
            <p:ph type="title"/>
          </p:nvPr>
        </p:nvSpPr>
        <p:spPr>
          <a:xfrm>
            <a:off x="4640825" y="138086"/>
            <a:ext cx="3451123" cy="736985"/>
          </a:xfrm>
        </p:spPr>
        <p:txBody>
          <a:bodyPr/>
          <a:lstStyle/>
          <a:p>
            <a:pPr marL="0" marR="0" lvl="0" indent="0" defTabSz="457200" rtl="0" eaLnBrk="1" fontAlgn="auto" latinLnBrk="0" hangingPunct="1">
              <a:lnSpc>
                <a:spcPct val="100000"/>
              </a:lnSpc>
              <a:spcBef>
                <a:spcPts val="1000"/>
              </a:spcBef>
              <a:spcAft>
                <a:spcPts val="0"/>
              </a:spcAft>
              <a:tabLst/>
              <a:defRPr/>
            </a:pPr>
            <a:r>
              <a:rPr kumimoji="0" lang="en-US" sz="4000" b="0" i="0" u="none" strike="noStrike" kern="1200" cap="all" spc="0" normalizeH="0" baseline="0" noProof="0" dirty="0">
                <a:ln>
                  <a:noFill/>
                </a:ln>
                <a:solidFill>
                  <a:srgbClr val="ACD433"/>
                </a:solidFill>
                <a:effectLst/>
                <a:uLnTx/>
                <a:uFillTx/>
                <a:latin typeface="Century Gothic" panose="020B0502020202020204"/>
                <a:ea typeface="+mn-ea"/>
                <a:cs typeface="+mn-cs"/>
              </a:rPr>
              <a:t>Milestone 3</a:t>
            </a:r>
            <a:br>
              <a:rPr kumimoji="0" lang="en-IN" sz="4000" b="0" i="0" u="none" strike="noStrike" kern="1200" cap="all" spc="0" normalizeH="0" baseline="0" noProof="0" dirty="0">
                <a:ln>
                  <a:noFill/>
                </a:ln>
                <a:solidFill>
                  <a:srgbClr val="ACD433"/>
                </a:solidFill>
                <a:effectLst/>
                <a:uLnTx/>
                <a:uFillTx/>
                <a:latin typeface="Century Gothic" panose="020B0502020202020204"/>
                <a:ea typeface="+mn-ea"/>
                <a:cs typeface="+mn-cs"/>
              </a:rPr>
            </a:br>
            <a:endParaRPr lang="en-IN" dirty="0"/>
          </a:p>
        </p:txBody>
      </p:sp>
      <p:sp>
        <p:nvSpPr>
          <p:cNvPr id="9" name="TextBox 8">
            <a:extLst>
              <a:ext uri="{FF2B5EF4-FFF2-40B4-BE49-F238E27FC236}">
                <a16:creationId xmlns:a16="http://schemas.microsoft.com/office/drawing/2014/main" id="{B408B1D5-70B8-8A19-D4BD-E63097AF2C53}"/>
              </a:ext>
            </a:extLst>
          </p:cNvPr>
          <p:cNvSpPr txBox="1"/>
          <p:nvPr/>
        </p:nvSpPr>
        <p:spPr>
          <a:xfrm>
            <a:off x="2782529" y="794320"/>
            <a:ext cx="70104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dirty="0"/>
              <a:t>Week 5: Cohort and Segment Analysis</a:t>
            </a:r>
          </a:p>
          <a:p>
            <a:r>
              <a:rPr lang="en-US" dirty="0"/>
              <a:t>Week 6: Seasonal/Calendar or Habit Patterns (if applicable)</a:t>
            </a:r>
            <a:endParaRPr lang="en-IN" dirty="0"/>
          </a:p>
        </p:txBody>
      </p:sp>
      <p:graphicFrame>
        <p:nvGraphicFramePr>
          <p:cNvPr id="4" name="Diagram 3">
            <a:extLst>
              <a:ext uri="{FF2B5EF4-FFF2-40B4-BE49-F238E27FC236}">
                <a16:creationId xmlns:a16="http://schemas.microsoft.com/office/drawing/2014/main" id="{F5A046C3-BCC2-931A-2D01-79E1F921A52F}"/>
              </a:ext>
            </a:extLst>
          </p:cNvPr>
          <p:cNvGraphicFramePr/>
          <p:nvPr>
            <p:extLst>
              <p:ext uri="{D42A27DB-BD31-4B8C-83A1-F6EECF244321}">
                <p14:modId xmlns:p14="http://schemas.microsoft.com/office/powerpoint/2010/main" val="1199341507"/>
              </p:ext>
            </p:extLst>
          </p:nvPr>
        </p:nvGraphicFramePr>
        <p:xfrm>
          <a:off x="2310581" y="1661652"/>
          <a:ext cx="8042787" cy="8455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279C13AC-BC2D-D3C9-E2CC-F8FE2540D975}"/>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25000"/>
                    </a14:imgEffect>
                  </a14:imgLayer>
                </a14:imgProps>
              </a:ext>
              <a:ext uri="{28A0092B-C50C-407E-A947-70E740481C1C}">
                <a14:useLocalDpi xmlns:a14="http://schemas.microsoft.com/office/drawing/2010/main" val="0"/>
              </a:ext>
            </a:extLst>
          </a:blip>
          <a:stretch>
            <a:fillRect/>
          </a:stretch>
        </p:blipFill>
        <p:spPr>
          <a:xfrm>
            <a:off x="205452" y="2748525"/>
            <a:ext cx="11789903" cy="3799758"/>
          </a:xfrm>
          <a:prstGeom prst="rect">
            <a:avLst/>
          </a:prstGeom>
        </p:spPr>
      </p:pic>
    </p:spTree>
    <p:extLst>
      <p:ext uri="{BB962C8B-B14F-4D97-AF65-F5344CB8AC3E}">
        <p14:creationId xmlns:p14="http://schemas.microsoft.com/office/powerpoint/2010/main" val="3111714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5AB456-A551-BF2D-7CAA-6FFB4312CB2B}"/>
              </a:ext>
            </a:extLst>
          </p:cNvPr>
          <p:cNvPicPr>
            <a:picLocks noChangeAspect="1"/>
          </p:cNvPicPr>
          <p:nvPr/>
        </p:nvPicPr>
        <p:blipFill>
          <a:blip r:embed="rId2" cstate="print">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r="50157"/>
          <a:stretch>
            <a:fillRect/>
          </a:stretch>
        </p:blipFill>
        <p:spPr>
          <a:xfrm>
            <a:off x="324463" y="88491"/>
            <a:ext cx="4896466" cy="3421626"/>
          </a:xfrm>
          <a:prstGeom prst="rect">
            <a:avLst/>
          </a:prstGeom>
        </p:spPr>
      </p:pic>
      <p:pic>
        <p:nvPicPr>
          <p:cNvPr id="5" name="Picture 4">
            <a:extLst>
              <a:ext uri="{FF2B5EF4-FFF2-40B4-BE49-F238E27FC236}">
                <a16:creationId xmlns:a16="http://schemas.microsoft.com/office/drawing/2014/main" id="{799FA7C2-5137-8B8B-D626-2036EE194591}"/>
              </a:ext>
            </a:extLst>
          </p:cNvPr>
          <p:cNvPicPr>
            <a:picLocks noChangeAspect="1"/>
          </p:cNvPicPr>
          <p:nvPr/>
        </p:nvPicPr>
        <p:blipFill>
          <a:blip r:embed="rId4">
            <a:extLst>
              <a:ext uri="{28A0092B-C50C-407E-A947-70E740481C1C}">
                <a14:useLocalDpi xmlns:a14="http://schemas.microsoft.com/office/drawing/2010/main" val="0"/>
              </a:ext>
            </a:extLst>
          </a:blip>
          <a:srcRect t="2619"/>
          <a:stretch>
            <a:fillRect/>
          </a:stretch>
        </p:blipFill>
        <p:spPr>
          <a:xfrm>
            <a:off x="5732206" y="383458"/>
            <a:ext cx="6302478" cy="5850193"/>
          </a:xfrm>
          <a:prstGeom prst="rect">
            <a:avLst/>
          </a:prstGeom>
        </p:spPr>
      </p:pic>
      <p:pic>
        <p:nvPicPr>
          <p:cNvPr id="6" name="Picture 5">
            <a:extLst>
              <a:ext uri="{FF2B5EF4-FFF2-40B4-BE49-F238E27FC236}">
                <a16:creationId xmlns:a16="http://schemas.microsoft.com/office/drawing/2014/main" id="{15C04AFD-70C8-F1A0-8C62-0139B768483E}"/>
              </a:ext>
            </a:extLst>
          </p:cNvPr>
          <p:cNvPicPr>
            <a:picLocks noChangeAspect="1"/>
          </p:cNvPicPr>
          <p:nvPr/>
        </p:nvPicPr>
        <p:blipFill>
          <a:blip r:embed="rId2" cstate="print">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50404" t="-3578" r="365" b="-6031"/>
          <a:stretch>
            <a:fillRect/>
          </a:stretch>
        </p:blipFill>
        <p:spPr>
          <a:xfrm>
            <a:off x="324464" y="3544939"/>
            <a:ext cx="4935793" cy="3313061"/>
          </a:xfrm>
          <a:prstGeom prst="rect">
            <a:avLst/>
          </a:prstGeom>
        </p:spPr>
      </p:pic>
    </p:spTree>
    <p:extLst>
      <p:ext uri="{BB962C8B-B14F-4D97-AF65-F5344CB8AC3E}">
        <p14:creationId xmlns:p14="http://schemas.microsoft.com/office/powerpoint/2010/main" val="452414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1FB6C-F4E4-6046-06AB-6FCF9E625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469D5-F8FE-DA27-EC48-811A34735AB6}"/>
              </a:ext>
            </a:extLst>
          </p:cNvPr>
          <p:cNvSpPr>
            <a:spLocks noGrp="1"/>
          </p:cNvSpPr>
          <p:nvPr>
            <p:ph type="title"/>
          </p:nvPr>
        </p:nvSpPr>
        <p:spPr>
          <a:xfrm>
            <a:off x="4640825" y="138086"/>
            <a:ext cx="3451123" cy="736985"/>
          </a:xfrm>
        </p:spPr>
        <p:txBody>
          <a:bodyPr/>
          <a:lstStyle/>
          <a:p>
            <a:pPr marL="0" marR="0" lvl="0" indent="0" defTabSz="457200" rtl="0" eaLnBrk="1" fontAlgn="auto" latinLnBrk="0" hangingPunct="1">
              <a:lnSpc>
                <a:spcPct val="100000"/>
              </a:lnSpc>
              <a:spcBef>
                <a:spcPts val="1000"/>
              </a:spcBef>
              <a:spcAft>
                <a:spcPts val="0"/>
              </a:spcAft>
              <a:tabLst/>
              <a:defRPr/>
            </a:pPr>
            <a:r>
              <a:rPr kumimoji="0" lang="en-US" sz="4000" b="0" i="0" u="none" strike="noStrike" kern="1200" cap="all" spc="0" normalizeH="0" baseline="0" noProof="0" dirty="0">
                <a:ln>
                  <a:noFill/>
                </a:ln>
                <a:solidFill>
                  <a:srgbClr val="ACD433"/>
                </a:solidFill>
                <a:effectLst/>
                <a:uLnTx/>
                <a:uFillTx/>
                <a:latin typeface="Century Gothic" panose="020B0502020202020204"/>
                <a:ea typeface="+mn-ea"/>
                <a:cs typeface="+mn-cs"/>
              </a:rPr>
              <a:t>Milestone 4</a:t>
            </a:r>
            <a:br>
              <a:rPr kumimoji="0" lang="en-IN" sz="4000" b="0" i="0" u="none" strike="noStrike" kern="1200" cap="all" spc="0" normalizeH="0" baseline="0" noProof="0" dirty="0">
                <a:ln>
                  <a:noFill/>
                </a:ln>
                <a:solidFill>
                  <a:srgbClr val="ACD433"/>
                </a:solidFill>
                <a:effectLst/>
                <a:uLnTx/>
                <a:uFillTx/>
                <a:latin typeface="Century Gothic" panose="020B0502020202020204"/>
                <a:ea typeface="+mn-ea"/>
                <a:cs typeface="+mn-cs"/>
              </a:rPr>
            </a:br>
            <a:endParaRPr lang="en-IN" dirty="0"/>
          </a:p>
        </p:txBody>
      </p:sp>
      <p:sp>
        <p:nvSpPr>
          <p:cNvPr id="9" name="TextBox 8">
            <a:extLst>
              <a:ext uri="{FF2B5EF4-FFF2-40B4-BE49-F238E27FC236}">
                <a16:creationId xmlns:a16="http://schemas.microsoft.com/office/drawing/2014/main" id="{99C47C82-FD48-588D-4E31-BD927E9D9C92}"/>
              </a:ext>
            </a:extLst>
          </p:cNvPr>
          <p:cNvSpPr txBox="1"/>
          <p:nvPr/>
        </p:nvSpPr>
        <p:spPr>
          <a:xfrm>
            <a:off x="2782529" y="794320"/>
            <a:ext cx="6764594"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dirty="0"/>
              <a:t>Week 3: Visual Report or Dashboard Preparation</a:t>
            </a:r>
          </a:p>
          <a:p>
            <a:r>
              <a:rPr lang="en-US" dirty="0"/>
              <a:t>Week 4: </a:t>
            </a:r>
            <a:r>
              <a:rPr lang="en-IN" dirty="0"/>
              <a:t>Documentation and Final Presentation</a:t>
            </a:r>
          </a:p>
        </p:txBody>
      </p:sp>
      <p:sp>
        <p:nvSpPr>
          <p:cNvPr id="7" name="TextBox 6">
            <a:extLst>
              <a:ext uri="{FF2B5EF4-FFF2-40B4-BE49-F238E27FC236}">
                <a16:creationId xmlns:a16="http://schemas.microsoft.com/office/drawing/2014/main" id="{531F2DC0-F3AD-5B08-2A3E-8AF01081969C}"/>
              </a:ext>
            </a:extLst>
          </p:cNvPr>
          <p:cNvSpPr txBox="1"/>
          <p:nvPr/>
        </p:nvSpPr>
        <p:spPr>
          <a:xfrm>
            <a:off x="393290" y="1585139"/>
            <a:ext cx="4621161" cy="369332"/>
          </a:xfrm>
          <a:prstGeom prst="rect">
            <a:avLst/>
          </a:prstGeom>
          <a:ln/>
        </p:spPr>
        <p:style>
          <a:lnRef idx="1">
            <a:schemeClr val="accent3"/>
          </a:lnRef>
          <a:fillRef idx="3">
            <a:schemeClr val="accent3"/>
          </a:fillRef>
          <a:effectRef idx="2">
            <a:schemeClr val="accent3"/>
          </a:effectRef>
          <a:fontRef idx="minor">
            <a:schemeClr val="lt1"/>
          </a:fontRef>
        </p:style>
        <p:txBody>
          <a:bodyPr wrap="square">
            <a:spAutoFit/>
          </a:bodyPr>
          <a:lstStyle/>
          <a:p>
            <a:pPr algn="ctr"/>
            <a:r>
              <a:rPr lang="en-IN" dirty="0"/>
              <a:t>HOME PAGE OVERVIEW</a:t>
            </a:r>
          </a:p>
        </p:txBody>
      </p:sp>
      <p:pic>
        <p:nvPicPr>
          <p:cNvPr id="10" name="Picture 9">
            <a:extLst>
              <a:ext uri="{FF2B5EF4-FFF2-40B4-BE49-F238E27FC236}">
                <a16:creationId xmlns:a16="http://schemas.microsoft.com/office/drawing/2014/main" id="{C1CDEDEB-A7C4-4E1A-2D9A-F54DF9B74021}"/>
              </a:ext>
            </a:extLst>
          </p:cNvPr>
          <p:cNvPicPr>
            <a:picLocks noChangeAspect="1"/>
          </p:cNvPicPr>
          <p:nvPr/>
        </p:nvPicPr>
        <p:blipFill>
          <a:blip r:embed="rId2"/>
          <a:stretch>
            <a:fillRect/>
          </a:stretch>
        </p:blipFill>
        <p:spPr>
          <a:xfrm>
            <a:off x="3972232" y="2080719"/>
            <a:ext cx="8219768" cy="4571422"/>
          </a:xfrm>
          <a:prstGeom prst="rect">
            <a:avLst/>
          </a:prstGeom>
        </p:spPr>
      </p:pic>
      <p:sp>
        <p:nvSpPr>
          <p:cNvPr id="15" name="TextBox 14">
            <a:extLst>
              <a:ext uri="{FF2B5EF4-FFF2-40B4-BE49-F238E27FC236}">
                <a16:creationId xmlns:a16="http://schemas.microsoft.com/office/drawing/2014/main" id="{A1E34A37-FA74-7932-A1BB-248A80F25B80}"/>
              </a:ext>
            </a:extLst>
          </p:cNvPr>
          <p:cNvSpPr txBox="1"/>
          <p:nvPr/>
        </p:nvSpPr>
        <p:spPr>
          <a:xfrm>
            <a:off x="442451" y="2063224"/>
            <a:ext cx="3244645" cy="3788858"/>
          </a:xfrm>
          <a:prstGeom prst="rect">
            <a:avLst/>
          </a:prstGeom>
          <a:noFill/>
        </p:spPr>
        <p:txBody>
          <a:bodyPr wrap="square">
            <a:spAutoFit/>
          </a:bodyPr>
          <a:lstStyle/>
          <a:p>
            <a:pPr marL="171450" marR="0" algn="just">
              <a:lnSpc>
                <a:spcPct val="150000"/>
              </a:lnSpc>
              <a:spcAft>
                <a:spcPts val="800"/>
              </a:spcAft>
              <a:buNone/>
            </a:pPr>
            <a:r>
              <a:rPr lang="en-IN" sz="1800" kern="100" dirty="0">
                <a:effectLst/>
                <a:latin typeface="Calibri" panose="020F0502020204030204" pitchFamily="34" charset="0"/>
                <a:ea typeface="Calibri" panose="020F0502020204030204" pitchFamily="34" charset="0"/>
                <a:cs typeface="Mangal" panose="02040503050203030202" pitchFamily="18" charset="0"/>
              </a:rPr>
              <a:t>The overall KPIs help establish the baseline usage behaviour. The slicers allow users to dynamically filter the dataset and observe how screen time patterns shift across different demographic segments like gender, location, device, Age band.</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433183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D44F0-6CDF-18C5-3A06-24540CA0B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808F2-722B-9450-B8BD-5956DECA1337}"/>
              </a:ext>
            </a:extLst>
          </p:cNvPr>
          <p:cNvSpPr>
            <a:spLocks noGrp="1"/>
          </p:cNvSpPr>
          <p:nvPr>
            <p:ph type="title"/>
          </p:nvPr>
        </p:nvSpPr>
        <p:spPr>
          <a:xfrm>
            <a:off x="4640825" y="138086"/>
            <a:ext cx="3451123" cy="736985"/>
          </a:xfrm>
        </p:spPr>
        <p:txBody>
          <a:bodyPr/>
          <a:lstStyle/>
          <a:p>
            <a:pPr marL="0" marR="0" lvl="0" indent="0" defTabSz="457200" rtl="0" eaLnBrk="1" fontAlgn="auto" latinLnBrk="0" hangingPunct="1">
              <a:lnSpc>
                <a:spcPct val="100000"/>
              </a:lnSpc>
              <a:spcBef>
                <a:spcPts val="1000"/>
              </a:spcBef>
              <a:spcAft>
                <a:spcPts val="0"/>
              </a:spcAft>
              <a:tabLst/>
              <a:defRPr/>
            </a:pPr>
            <a:r>
              <a:rPr kumimoji="0" lang="en-US" sz="4000" b="0" i="0" u="none" strike="noStrike" kern="1200" cap="all" spc="0" normalizeH="0" baseline="0" noProof="0" dirty="0">
                <a:ln>
                  <a:noFill/>
                </a:ln>
                <a:solidFill>
                  <a:srgbClr val="ACD433"/>
                </a:solidFill>
                <a:effectLst/>
                <a:uLnTx/>
                <a:uFillTx/>
                <a:latin typeface="Century Gothic" panose="020B0502020202020204"/>
                <a:ea typeface="+mn-ea"/>
                <a:cs typeface="+mn-cs"/>
              </a:rPr>
              <a:t>Milestone 4</a:t>
            </a:r>
            <a:br>
              <a:rPr kumimoji="0" lang="en-IN" sz="4000" b="0" i="0" u="none" strike="noStrike" kern="1200" cap="all" spc="0" normalizeH="0" baseline="0" noProof="0" dirty="0">
                <a:ln>
                  <a:noFill/>
                </a:ln>
                <a:solidFill>
                  <a:srgbClr val="ACD433"/>
                </a:solidFill>
                <a:effectLst/>
                <a:uLnTx/>
                <a:uFillTx/>
                <a:latin typeface="Century Gothic" panose="020B0502020202020204"/>
                <a:ea typeface="+mn-ea"/>
                <a:cs typeface="+mn-cs"/>
              </a:rPr>
            </a:br>
            <a:endParaRPr lang="en-IN" dirty="0"/>
          </a:p>
        </p:txBody>
      </p:sp>
      <p:sp>
        <p:nvSpPr>
          <p:cNvPr id="7" name="TextBox 6">
            <a:extLst>
              <a:ext uri="{FF2B5EF4-FFF2-40B4-BE49-F238E27FC236}">
                <a16:creationId xmlns:a16="http://schemas.microsoft.com/office/drawing/2014/main" id="{EB1A1B2E-BEF9-7AC4-BC36-1BB1AA6BF176}"/>
              </a:ext>
            </a:extLst>
          </p:cNvPr>
          <p:cNvSpPr txBox="1"/>
          <p:nvPr/>
        </p:nvSpPr>
        <p:spPr>
          <a:xfrm>
            <a:off x="235974" y="1162352"/>
            <a:ext cx="4621161" cy="369332"/>
          </a:xfrm>
          <a:prstGeom prst="rect">
            <a:avLst/>
          </a:prstGeom>
          <a:ln/>
        </p:spPr>
        <p:style>
          <a:lnRef idx="1">
            <a:schemeClr val="accent3"/>
          </a:lnRef>
          <a:fillRef idx="3">
            <a:schemeClr val="accent3"/>
          </a:fillRef>
          <a:effectRef idx="2">
            <a:schemeClr val="accent3"/>
          </a:effectRef>
          <a:fontRef idx="minor">
            <a:schemeClr val="lt1"/>
          </a:fontRef>
        </p:style>
        <p:txBody>
          <a:bodyPr wrap="square">
            <a:spAutoFit/>
          </a:bodyPr>
          <a:lstStyle/>
          <a:p>
            <a:pPr algn="ctr"/>
            <a:r>
              <a:rPr lang="en-IN" dirty="0"/>
              <a:t>POLICYMAKERS PAGE</a:t>
            </a:r>
          </a:p>
        </p:txBody>
      </p:sp>
      <p:sp>
        <p:nvSpPr>
          <p:cNvPr id="15" name="TextBox 14">
            <a:extLst>
              <a:ext uri="{FF2B5EF4-FFF2-40B4-BE49-F238E27FC236}">
                <a16:creationId xmlns:a16="http://schemas.microsoft.com/office/drawing/2014/main" id="{1971BC41-BD7A-8C37-89B9-E56B73FFFAE3}"/>
              </a:ext>
            </a:extLst>
          </p:cNvPr>
          <p:cNvSpPr txBox="1"/>
          <p:nvPr/>
        </p:nvSpPr>
        <p:spPr>
          <a:xfrm>
            <a:off x="432618" y="1964902"/>
            <a:ext cx="3244645" cy="3788858"/>
          </a:xfrm>
          <a:prstGeom prst="rect">
            <a:avLst/>
          </a:prstGeom>
          <a:noFill/>
        </p:spPr>
        <p:txBody>
          <a:bodyPr wrap="square">
            <a:spAutoFit/>
          </a:bodyPr>
          <a:lstStyle/>
          <a:p>
            <a:pPr marL="171450" marR="0" algn="just">
              <a:lnSpc>
                <a:spcPct val="150000"/>
              </a:lnSpc>
              <a:spcAft>
                <a:spcPts val="800"/>
              </a:spcAft>
              <a:buNone/>
            </a:pPr>
            <a:r>
              <a:rPr lang="en-US" sz="1800" kern="100" dirty="0">
                <a:effectLst/>
                <a:latin typeface="Calibri" panose="020F0502020204030204" pitchFamily="34" charset="0"/>
                <a:ea typeface="Calibri" panose="020F0502020204030204" pitchFamily="34" charset="0"/>
                <a:cs typeface="Mangal" panose="02040503050203030202" pitchFamily="18" charset="0"/>
              </a:rPr>
              <a:t>Younger age groups tend to show higher usage of mobile devices. Health-related impacts increase with age or prolonged usage. There is very less difference (1-2%) in education time between urban and rural users, as well as between genders.</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4" name="Picture 3">
            <a:extLst>
              <a:ext uri="{FF2B5EF4-FFF2-40B4-BE49-F238E27FC236}">
                <a16:creationId xmlns:a16="http://schemas.microsoft.com/office/drawing/2014/main" id="{7D68D55A-77E9-3D44-084B-F734FBEA00C5}"/>
              </a:ext>
            </a:extLst>
          </p:cNvPr>
          <p:cNvPicPr>
            <a:picLocks noChangeAspect="1"/>
          </p:cNvPicPr>
          <p:nvPr/>
        </p:nvPicPr>
        <p:blipFill>
          <a:blip r:embed="rId2"/>
          <a:stretch>
            <a:fillRect/>
          </a:stretch>
        </p:blipFill>
        <p:spPr>
          <a:xfrm>
            <a:off x="4256435" y="2133600"/>
            <a:ext cx="7935565" cy="4458929"/>
          </a:xfrm>
          <a:prstGeom prst="rect">
            <a:avLst/>
          </a:prstGeom>
        </p:spPr>
      </p:pic>
    </p:spTree>
    <p:extLst>
      <p:ext uri="{BB962C8B-B14F-4D97-AF65-F5344CB8AC3E}">
        <p14:creationId xmlns:p14="http://schemas.microsoft.com/office/powerpoint/2010/main" val="3037971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6E6D6-5E22-4E98-2226-62E9423429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54647D-7ED2-203D-BCDF-10BE64A21D00}"/>
              </a:ext>
            </a:extLst>
          </p:cNvPr>
          <p:cNvSpPr>
            <a:spLocks noGrp="1"/>
          </p:cNvSpPr>
          <p:nvPr>
            <p:ph type="title"/>
          </p:nvPr>
        </p:nvSpPr>
        <p:spPr>
          <a:xfrm>
            <a:off x="4640825" y="138086"/>
            <a:ext cx="3451123" cy="736985"/>
          </a:xfrm>
        </p:spPr>
        <p:txBody>
          <a:bodyPr/>
          <a:lstStyle/>
          <a:p>
            <a:pPr marL="0" marR="0" lvl="0" indent="0" defTabSz="457200" rtl="0" eaLnBrk="1" fontAlgn="auto" latinLnBrk="0" hangingPunct="1">
              <a:lnSpc>
                <a:spcPct val="100000"/>
              </a:lnSpc>
              <a:spcBef>
                <a:spcPts val="1000"/>
              </a:spcBef>
              <a:spcAft>
                <a:spcPts val="0"/>
              </a:spcAft>
              <a:tabLst/>
              <a:defRPr/>
            </a:pPr>
            <a:r>
              <a:rPr kumimoji="0" lang="en-US" sz="4000" b="0" i="0" u="none" strike="noStrike" kern="1200" cap="all" spc="0" normalizeH="0" baseline="0" noProof="0" dirty="0">
                <a:ln>
                  <a:noFill/>
                </a:ln>
                <a:solidFill>
                  <a:srgbClr val="ACD433"/>
                </a:solidFill>
                <a:effectLst/>
                <a:uLnTx/>
                <a:uFillTx/>
                <a:latin typeface="Century Gothic" panose="020B0502020202020204"/>
                <a:ea typeface="+mn-ea"/>
                <a:cs typeface="+mn-cs"/>
              </a:rPr>
              <a:t>Milestone 4</a:t>
            </a:r>
            <a:br>
              <a:rPr kumimoji="0" lang="en-IN" sz="4000" b="0" i="0" u="none" strike="noStrike" kern="1200" cap="all" spc="0" normalizeH="0" baseline="0" noProof="0" dirty="0">
                <a:ln>
                  <a:noFill/>
                </a:ln>
                <a:solidFill>
                  <a:srgbClr val="ACD433"/>
                </a:solidFill>
                <a:effectLst/>
                <a:uLnTx/>
                <a:uFillTx/>
                <a:latin typeface="Century Gothic" panose="020B0502020202020204"/>
                <a:ea typeface="+mn-ea"/>
                <a:cs typeface="+mn-cs"/>
              </a:rPr>
            </a:br>
            <a:endParaRPr lang="en-IN" dirty="0"/>
          </a:p>
        </p:txBody>
      </p:sp>
      <p:sp>
        <p:nvSpPr>
          <p:cNvPr id="7" name="TextBox 6">
            <a:extLst>
              <a:ext uri="{FF2B5EF4-FFF2-40B4-BE49-F238E27FC236}">
                <a16:creationId xmlns:a16="http://schemas.microsoft.com/office/drawing/2014/main" id="{1475620E-C018-231A-D262-AD3CCED7F759}"/>
              </a:ext>
            </a:extLst>
          </p:cNvPr>
          <p:cNvSpPr txBox="1"/>
          <p:nvPr/>
        </p:nvSpPr>
        <p:spPr>
          <a:xfrm>
            <a:off x="235974" y="1162352"/>
            <a:ext cx="4621161" cy="369332"/>
          </a:xfrm>
          <a:prstGeom prst="rect">
            <a:avLst/>
          </a:prstGeom>
          <a:ln/>
        </p:spPr>
        <p:style>
          <a:lnRef idx="1">
            <a:schemeClr val="accent3"/>
          </a:lnRef>
          <a:fillRef idx="3">
            <a:schemeClr val="accent3"/>
          </a:fillRef>
          <a:effectRef idx="2">
            <a:schemeClr val="accent3"/>
          </a:effectRef>
          <a:fontRef idx="minor">
            <a:schemeClr val="lt1"/>
          </a:fontRef>
        </p:style>
        <p:txBody>
          <a:bodyPr wrap="square">
            <a:spAutoFit/>
          </a:bodyPr>
          <a:lstStyle/>
          <a:p>
            <a:pPr algn="ctr"/>
            <a:r>
              <a:rPr lang="en-IN" dirty="0"/>
              <a:t>EDUCATORS PAGE</a:t>
            </a:r>
          </a:p>
        </p:txBody>
      </p:sp>
      <p:sp>
        <p:nvSpPr>
          <p:cNvPr id="15" name="TextBox 14">
            <a:extLst>
              <a:ext uri="{FF2B5EF4-FFF2-40B4-BE49-F238E27FC236}">
                <a16:creationId xmlns:a16="http://schemas.microsoft.com/office/drawing/2014/main" id="{30A6AC46-0286-76D5-B704-4437D6949415}"/>
              </a:ext>
            </a:extLst>
          </p:cNvPr>
          <p:cNvSpPr txBox="1"/>
          <p:nvPr/>
        </p:nvSpPr>
        <p:spPr>
          <a:xfrm>
            <a:off x="314632" y="1915741"/>
            <a:ext cx="3844413" cy="2542363"/>
          </a:xfrm>
          <a:prstGeom prst="rect">
            <a:avLst/>
          </a:prstGeom>
          <a:noFill/>
        </p:spPr>
        <p:txBody>
          <a:bodyPr wrap="square">
            <a:spAutoFit/>
          </a:bodyPr>
          <a:lstStyle/>
          <a:p>
            <a:pPr marL="342900" marR="0" lvl="0" indent="-342900">
              <a:lnSpc>
                <a:spcPct val="150000"/>
              </a:lnSpc>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The education-to-recreation ratio reveals whether time is being optimally spent.</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50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Device dependency for education shifts significantly across age groups.</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5" name="Picture 4">
            <a:extLst>
              <a:ext uri="{FF2B5EF4-FFF2-40B4-BE49-F238E27FC236}">
                <a16:creationId xmlns:a16="http://schemas.microsoft.com/office/drawing/2014/main" id="{C6A6A284-FB5C-4C04-D490-9F594C2C0FC3}"/>
              </a:ext>
            </a:extLst>
          </p:cNvPr>
          <p:cNvPicPr>
            <a:picLocks noChangeAspect="1"/>
          </p:cNvPicPr>
          <p:nvPr/>
        </p:nvPicPr>
        <p:blipFill>
          <a:blip r:embed="rId2"/>
          <a:stretch>
            <a:fillRect/>
          </a:stretch>
        </p:blipFill>
        <p:spPr>
          <a:xfrm>
            <a:off x="4349134" y="1671483"/>
            <a:ext cx="7842866" cy="4865446"/>
          </a:xfrm>
          <a:prstGeom prst="rect">
            <a:avLst/>
          </a:prstGeom>
        </p:spPr>
      </p:pic>
    </p:spTree>
    <p:extLst>
      <p:ext uri="{BB962C8B-B14F-4D97-AF65-F5344CB8AC3E}">
        <p14:creationId xmlns:p14="http://schemas.microsoft.com/office/powerpoint/2010/main" val="3470716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96D2A-DB89-219B-59A4-13AF89A0C8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3C6ED-0DE0-8F93-B904-69EA2B3956FD}"/>
              </a:ext>
            </a:extLst>
          </p:cNvPr>
          <p:cNvSpPr>
            <a:spLocks noGrp="1"/>
          </p:cNvSpPr>
          <p:nvPr>
            <p:ph type="title"/>
          </p:nvPr>
        </p:nvSpPr>
        <p:spPr>
          <a:xfrm>
            <a:off x="4640825" y="138086"/>
            <a:ext cx="3451123" cy="736985"/>
          </a:xfrm>
        </p:spPr>
        <p:txBody>
          <a:bodyPr/>
          <a:lstStyle/>
          <a:p>
            <a:pPr marL="0" marR="0" lvl="0" indent="0" defTabSz="457200" rtl="0" eaLnBrk="1" fontAlgn="auto" latinLnBrk="0" hangingPunct="1">
              <a:lnSpc>
                <a:spcPct val="100000"/>
              </a:lnSpc>
              <a:spcBef>
                <a:spcPts val="1000"/>
              </a:spcBef>
              <a:spcAft>
                <a:spcPts val="0"/>
              </a:spcAft>
              <a:tabLst/>
              <a:defRPr/>
            </a:pPr>
            <a:r>
              <a:rPr kumimoji="0" lang="en-US" sz="4000" b="0" i="0" u="none" strike="noStrike" kern="1200" cap="all" spc="0" normalizeH="0" baseline="0" noProof="0" dirty="0">
                <a:ln>
                  <a:noFill/>
                </a:ln>
                <a:solidFill>
                  <a:srgbClr val="ACD433"/>
                </a:solidFill>
                <a:effectLst/>
                <a:uLnTx/>
                <a:uFillTx/>
                <a:latin typeface="Century Gothic" panose="020B0502020202020204"/>
                <a:ea typeface="+mn-ea"/>
                <a:cs typeface="+mn-cs"/>
              </a:rPr>
              <a:t>Milestone 4</a:t>
            </a:r>
            <a:br>
              <a:rPr kumimoji="0" lang="en-IN" sz="4000" b="0" i="0" u="none" strike="noStrike" kern="1200" cap="all" spc="0" normalizeH="0" baseline="0" noProof="0" dirty="0">
                <a:ln>
                  <a:noFill/>
                </a:ln>
                <a:solidFill>
                  <a:srgbClr val="ACD433"/>
                </a:solidFill>
                <a:effectLst/>
                <a:uLnTx/>
                <a:uFillTx/>
                <a:latin typeface="Century Gothic" panose="020B0502020202020204"/>
                <a:ea typeface="+mn-ea"/>
                <a:cs typeface="+mn-cs"/>
              </a:rPr>
            </a:br>
            <a:endParaRPr lang="en-IN" dirty="0"/>
          </a:p>
        </p:txBody>
      </p:sp>
      <p:sp>
        <p:nvSpPr>
          <p:cNvPr id="7" name="TextBox 6">
            <a:extLst>
              <a:ext uri="{FF2B5EF4-FFF2-40B4-BE49-F238E27FC236}">
                <a16:creationId xmlns:a16="http://schemas.microsoft.com/office/drawing/2014/main" id="{1538360A-D850-AE01-4486-0A4149CDF1AF}"/>
              </a:ext>
            </a:extLst>
          </p:cNvPr>
          <p:cNvSpPr txBox="1"/>
          <p:nvPr/>
        </p:nvSpPr>
        <p:spPr>
          <a:xfrm>
            <a:off x="235974" y="1162352"/>
            <a:ext cx="4621161" cy="369332"/>
          </a:xfrm>
          <a:prstGeom prst="rect">
            <a:avLst/>
          </a:prstGeom>
          <a:ln/>
        </p:spPr>
        <p:style>
          <a:lnRef idx="1">
            <a:schemeClr val="accent3"/>
          </a:lnRef>
          <a:fillRef idx="3">
            <a:schemeClr val="accent3"/>
          </a:fillRef>
          <a:effectRef idx="2">
            <a:schemeClr val="accent3"/>
          </a:effectRef>
          <a:fontRef idx="minor">
            <a:schemeClr val="lt1"/>
          </a:fontRef>
        </p:style>
        <p:txBody>
          <a:bodyPr wrap="square">
            <a:spAutoFit/>
          </a:bodyPr>
          <a:lstStyle/>
          <a:p>
            <a:pPr algn="ctr"/>
            <a:r>
              <a:rPr lang="en-IN" dirty="0"/>
              <a:t>PARENTS PAGE</a:t>
            </a:r>
          </a:p>
        </p:txBody>
      </p:sp>
      <p:sp>
        <p:nvSpPr>
          <p:cNvPr id="15" name="TextBox 14">
            <a:extLst>
              <a:ext uri="{FF2B5EF4-FFF2-40B4-BE49-F238E27FC236}">
                <a16:creationId xmlns:a16="http://schemas.microsoft.com/office/drawing/2014/main" id="{96667A37-F96D-5C2F-BEAC-59CA3BDB48C9}"/>
              </a:ext>
            </a:extLst>
          </p:cNvPr>
          <p:cNvSpPr txBox="1"/>
          <p:nvPr/>
        </p:nvSpPr>
        <p:spPr>
          <a:xfrm>
            <a:off x="314632" y="1915741"/>
            <a:ext cx="3844413" cy="3891450"/>
          </a:xfrm>
          <a:prstGeom prst="rect">
            <a:avLst/>
          </a:prstGeom>
          <a:noFill/>
        </p:spPr>
        <p:txBody>
          <a:bodyPr wrap="square">
            <a:spAutoFit/>
          </a:bodyPr>
          <a:lstStyle/>
          <a:p>
            <a:pPr marL="171450" marR="0" algn="just">
              <a:lnSpc>
                <a:spcPct val="150000"/>
              </a:lnSpc>
              <a:spcAft>
                <a:spcPts val="800"/>
              </a:spcAft>
              <a:buNone/>
            </a:pPr>
            <a:r>
              <a:rPr lang="en-US" sz="1800" kern="100" dirty="0">
                <a:effectLst/>
                <a:latin typeface="Calibri" panose="020F0502020204030204" pitchFamily="34" charset="0"/>
                <a:ea typeface="Calibri" panose="020F0502020204030204" pitchFamily="34" charset="0"/>
                <a:cs typeface="Mangal" panose="02040503050203030202" pitchFamily="18" charset="0"/>
              </a:rPr>
              <a:t>•	Parents can clearly see if children are spending excessive time on recreation compared to education. Age-based comparisons help identify critical stages where parental supervision is most needed.</a:t>
            </a:r>
          </a:p>
          <a:p>
            <a:pPr marL="171450" marR="0" algn="just">
              <a:lnSpc>
                <a:spcPct val="150000"/>
              </a:lnSpc>
              <a:spcAft>
                <a:spcPts val="800"/>
              </a:spcAft>
              <a:buNone/>
            </a:pPr>
            <a:r>
              <a:rPr lang="en-US" sz="1800" kern="100" dirty="0">
                <a:effectLst/>
                <a:latin typeface="Calibri" panose="020F0502020204030204" pitchFamily="34" charset="0"/>
                <a:ea typeface="Calibri" panose="020F0502020204030204" pitchFamily="34" charset="0"/>
                <a:cs typeface="Mangal" panose="02040503050203030202" pitchFamily="18" charset="0"/>
              </a:rPr>
              <a:t>•	Device dependency is an important indicator of digital </a:t>
            </a:r>
            <a:r>
              <a:rPr lang="en-US" sz="1800" kern="100" dirty="0" err="1">
                <a:effectLst/>
                <a:latin typeface="Calibri" panose="020F0502020204030204" pitchFamily="34" charset="0"/>
                <a:ea typeface="Calibri" panose="020F0502020204030204" pitchFamily="34" charset="0"/>
                <a:cs typeface="Mangal" panose="02040503050203030202" pitchFamily="18" charset="0"/>
              </a:rPr>
              <a:t>behaviour</a:t>
            </a:r>
            <a:r>
              <a:rPr lang="en-US" sz="1800" kern="100" dirty="0">
                <a:effectLst/>
                <a:latin typeface="Calibri" panose="020F0502020204030204" pitchFamily="34" charset="0"/>
                <a:ea typeface="Calibri" panose="020F0502020204030204" pitchFamily="34" charset="0"/>
                <a:cs typeface="Mangal" panose="02040503050203030202" pitchFamily="18" charset="0"/>
              </a:rPr>
              <a:t> and potential risk levels.</a:t>
            </a:r>
          </a:p>
        </p:txBody>
      </p:sp>
      <p:pic>
        <p:nvPicPr>
          <p:cNvPr id="4" name="Picture 3">
            <a:extLst>
              <a:ext uri="{FF2B5EF4-FFF2-40B4-BE49-F238E27FC236}">
                <a16:creationId xmlns:a16="http://schemas.microsoft.com/office/drawing/2014/main" id="{99C4D11F-142D-A0AD-6200-861B4C4572C9}"/>
              </a:ext>
            </a:extLst>
          </p:cNvPr>
          <p:cNvPicPr>
            <a:picLocks noChangeAspect="1"/>
          </p:cNvPicPr>
          <p:nvPr/>
        </p:nvPicPr>
        <p:blipFill>
          <a:blip r:embed="rId2"/>
          <a:stretch>
            <a:fillRect/>
          </a:stretch>
        </p:blipFill>
        <p:spPr>
          <a:xfrm>
            <a:off x="4275287" y="1858296"/>
            <a:ext cx="7916713" cy="4746733"/>
          </a:xfrm>
          <a:prstGeom prst="rect">
            <a:avLst/>
          </a:prstGeom>
        </p:spPr>
      </p:pic>
    </p:spTree>
    <p:extLst>
      <p:ext uri="{BB962C8B-B14F-4D97-AF65-F5344CB8AC3E}">
        <p14:creationId xmlns:p14="http://schemas.microsoft.com/office/powerpoint/2010/main" val="1330935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9194E-ABDD-A35B-CA56-441882B40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29A60A-D29C-9B73-496E-2F19B3362083}"/>
              </a:ext>
            </a:extLst>
          </p:cNvPr>
          <p:cNvSpPr>
            <a:spLocks noGrp="1"/>
          </p:cNvSpPr>
          <p:nvPr>
            <p:ph type="title"/>
          </p:nvPr>
        </p:nvSpPr>
        <p:spPr>
          <a:xfrm>
            <a:off x="4640825" y="138086"/>
            <a:ext cx="3451123" cy="736985"/>
          </a:xfrm>
        </p:spPr>
        <p:txBody>
          <a:bodyPr/>
          <a:lstStyle/>
          <a:p>
            <a:pPr marL="0" marR="0" lvl="0" indent="0" defTabSz="457200" rtl="0" eaLnBrk="1" fontAlgn="auto" latinLnBrk="0" hangingPunct="1">
              <a:lnSpc>
                <a:spcPct val="100000"/>
              </a:lnSpc>
              <a:spcBef>
                <a:spcPts val="1000"/>
              </a:spcBef>
              <a:spcAft>
                <a:spcPts val="0"/>
              </a:spcAft>
              <a:tabLst/>
              <a:defRPr/>
            </a:pPr>
            <a:r>
              <a:rPr kumimoji="0" lang="en-US" sz="4000" b="0" i="0" u="none" strike="noStrike" kern="1200" cap="all" spc="0" normalizeH="0" baseline="0" noProof="0" dirty="0">
                <a:ln>
                  <a:noFill/>
                </a:ln>
                <a:solidFill>
                  <a:srgbClr val="ACD433"/>
                </a:solidFill>
                <a:effectLst/>
                <a:uLnTx/>
                <a:uFillTx/>
                <a:latin typeface="Century Gothic" panose="020B0502020202020204"/>
                <a:ea typeface="+mn-ea"/>
                <a:cs typeface="+mn-cs"/>
              </a:rPr>
              <a:t>Milestone 4</a:t>
            </a:r>
            <a:br>
              <a:rPr kumimoji="0" lang="en-IN" sz="4000" b="0" i="0" u="none" strike="noStrike" kern="1200" cap="all" spc="0" normalizeH="0" baseline="0" noProof="0" dirty="0">
                <a:ln>
                  <a:noFill/>
                </a:ln>
                <a:solidFill>
                  <a:srgbClr val="ACD433"/>
                </a:solidFill>
                <a:effectLst/>
                <a:uLnTx/>
                <a:uFillTx/>
                <a:latin typeface="Century Gothic" panose="020B0502020202020204"/>
                <a:ea typeface="+mn-ea"/>
                <a:cs typeface="+mn-cs"/>
              </a:rPr>
            </a:br>
            <a:endParaRPr lang="en-IN" dirty="0"/>
          </a:p>
        </p:txBody>
      </p:sp>
      <p:sp>
        <p:nvSpPr>
          <p:cNvPr id="7" name="TextBox 6">
            <a:extLst>
              <a:ext uri="{FF2B5EF4-FFF2-40B4-BE49-F238E27FC236}">
                <a16:creationId xmlns:a16="http://schemas.microsoft.com/office/drawing/2014/main" id="{69700266-D9B4-A2FA-36A4-28D350C695FC}"/>
              </a:ext>
            </a:extLst>
          </p:cNvPr>
          <p:cNvSpPr txBox="1"/>
          <p:nvPr/>
        </p:nvSpPr>
        <p:spPr>
          <a:xfrm>
            <a:off x="235974" y="1162352"/>
            <a:ext cx="4807974" cy="369332"/>
          </a:xfrm>
          <a:prstGeom prst="rect">
            <a:avLst/>
          </a:prstGeom>
          <a:ln/>
        </p:spPr>
        <p:style>
          <a:lnRef idx="1">
            <a:schemeClr val="accent3"/>
          </a:lnRef>
          <a:fillRef idx="3">
            <a:schemeClr val="accent3"/>
          </a:fillRef>
          <a:effectRef idx="2">
            <a:schemeClr val="accent3"/>
          </a:effectRef>
          <a:fontRef idx="minor">
            <a:schemeClr val="lt1"/>
          </a:fontRef>
        </p:style>
        <p:txBody>
          <a:bodyPr wrap="square">
            <a:spAutoFit/>
          </a:bodyPr>
          <a:lstStyle/>
          <a:p>
            <a:pPr algn="ctr"/>
            <a:r>
              <a:rPr lang="en-US" dirty="0"/>
              <a:t>Behavioral Patterns Across Key Groups</a:t>
            </a:r>
            <a:endParaRPr lang="en-IN" dirty="0"/>
          </a:p>
        </p:txBody>
      </p:sp>
      <p:sp>
        <p:nvSpPr>
          <p:cNvPr id="15" name="TextBox 14">
            <a:extLst>
              <a:ext uri="{FF2B5EF4-FFF2-40B4-BE49-F238E27FC236}">
                <a16:creationId xmlns:a16="http://schemas.microsoft.com/office/drawing/2014/main" id="{559A02B6-633B-99FE-1018-460A88E91AFE}"/>
              </a:ext>
            </a:extLst>
          </p:cNvPr>
          <p:cNvSpPr txBox="1"/>
          <p:nvPr/>
        </p:nvSpPr>
        <p:spPr>
          <a:xfrm>
            <a:off x="314632" y="1915741"/>
            <a:ext cx="3844413" cy="4204356"/>
          </a:xfrm>
          <a:prstGeom prst="rect">
            <a:avLst/>
          </a:prstGeom>
          <a:noFill/>
        </p:spPr>
        <p:txBody>
          <a:bodyPr wrap="square">
            <a:spAutoFit/>
          </a:bodyPr>
          <a:lstStyle/>
          <a:p>
            <a:pPr marL="457200" marR="0" indent="-285750" algn="just">
              <a:lnSpc>
                <a:spcPct val="150000"/>
              </a:lnSpc>
              <a:buFont typeface="Arial" panose="020B0604020202020204" pitchFamily="34" charset="0"/>
              <a:buChar char="•"/>
            </a:pPr>
            <a:r>
              <a:rPr lang="en-IN" sz="1800" kern="100" dirty="0">
                <a:effectLst/>
                <a:latin typeface="Calibri" panose="020F0502020204030204" pitchFamily="34" charset="0"/>
                <a:ea typeface="Calibri" panose="020F0502020204030204" pitchFamily="34" charset="0"/>
                <a:cs typeface="Mangal" panose="02040503050203030202" pitchFamily="18" charset="0"/>
              </a:rPr>
              <a:t>Filtering by gender or location enables deeper behavioural comparisons.</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50000"/>
              </a:lnSpc>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Primary device distribution indicates cohort-specific preferences.</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50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The education–recreation ratio helps determine whether a cohort is more academically inclined or entertainment-focused.</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5" name="Picture 4">
            <a:extLst>
              <a:ext uri="{FF2B5EF4-FFF2-40B4-BE49-F238E27FC236}">
                <a16:creationId xmlns:a16="http://schemas.microsoft.com/office/drawing/2014/main" id="{2AC64230-7950-8C18-0BA5-582EE1788CAE}"/>
              </a:ext>
            </a:extLst>
          </p:cNvPr>
          <p:cNvPicPr>
            <a:picLocks noChangeAspect="1"/>
          </p:cNvPicPr>
          <p:nvPr/>
        </p:nvPicPr>
        <p:blipFill>
          <a:blip r:embed="rId2"/>
          <a:stretch>
            <a:fillRect/>
          </a:stretch>
        </p:blipFill>
        <p:spPr>
          <a:xfrm>
            <a:off x="4413566" y="1986116"/>
            <a:ext cx="7778434" cy="4618045"/>
          </a:xfrm>
          <a:prstGeom prst="rect">
            <a:avLst/>
          </a:prstGeom>
        </p:spPr>
      </p:pic>
    </p:spTree>
    <p:extLst>
      <p:ext uri="{BB962C8B-B14F-4D97-AF65-F5344CB8AC3E}">
        <p14:creationId xmlns:p14="http://schemas.microsoft.com/office/powerpoint/2010/main" val="1186086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AB38510-E176-1EA0-8FFC-7AB69C5727B7}"/>
              </a:ext>
            </a:extLst>
          </p:cNvPr>
          <p:cNvSpPr txBox="1"/>
          <p:nvPr/>
        </p:nvSpPr>
        <p:spPr>
          <a:xfrm>
            <a:off x="3834580" y="1553497"/>
            <a:ext cx="5309420" cy="3046988"/>
          </a:xfrm>
          <a:prstGeom prst="rect">
            <a:avLst/>
          </a:prstGeom>
          <a:noFill/>
        </p:spPr>
        <p:txBody>
          <a:bodyPr wrap="square" rtlCol="0">
            <a:spAutoFit/>
          </a:bodyPr>
          <a:lstStyle/>
          <a:p>
            <a:r>
              <a:rPr lang="en-US" sz="9600" dirty="0">
                <a:latin typeface="Castellar" panose="020A0402060406010301" pitchFamily="18" charset="0"/>
              </a:rPr>
              <a:t>Thank You!</a:t>
            </a:r>
            <a:endParaRPr lang="en-IN" sz="9600" dirty="0">
              <a:latin typeface="Castellar" panose="020A0402060406010301" pitchFamily="18" charset="0"/>
            </a:endParaRPr>
          </a:p>
        </p:txBody>
      </p:sp>
    </p:spTree>
    <p:extLst>
      <p:ext uri="{BB962C8B-B14F-4D97-AF65-F5344CB8AC3E}">
        <p14:creationId xmlns:p14="http://schemas.microsoft.com/office/powerpoint/2010/main" val="32461345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docProps/app.xml><?xml version="1.0" encoding="utf-8"?>
<Properties xmlns="http://schemas.openxmlformats.org/officeDocument/2006/extended-properties" xmlns:vt="http://schemas.openxmlformats.org/officeDocument/2006/docPropsVTypes">
  <Template>Ion</Template>
  <TotalTime>124</TotalTime>
  <Words>481</Words>
  <Application>Microsoft Office PowerPoint</Application>
  <PresentationFormat>Widescreen</PresentationFormat>
  <Paragraphs>67</Paragraphs>
  <Slides>12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Algerian</vt:lpstr>
      <vt:lpstr>Arial</vt:lpstr>
      <vt:lpstr>Britannic Bold</vt:lpstr>
      <vt:lpstr>Calibri</vt:lpstr>
      <vt:lpstr>Castellar</vt:lpstr>
      <vt:lpstr>Century Gothic</vt:lpstr>
      <vt:lpstr>Imprint MT Shadow</vt:lpstr>
      <vt:lpstr>Symbol</vt:lpstr>
      <vt:lpstr>Wingdings</vt:lpstr>
      <vt:lpstr>Wingdings 3</vt:lpstr>
      <vt:lpstr>Ion</vt:lpstr>
      <vt:lpstr>ScreenSense: Kids’ Screentime Visualization </vt:lpstr>
      <vt:lpstr>Project Statement</vt:lpstr>
      <vt:lpstr>PowerPoint Presentation</vt:lpstr>
      <vt:lpstr>Milestone 2 </vt:lpstr>
      <vt:lpstr>Milestone 3 </vt:lpstr>
      <vt:lpstr>PowerPoint Presentation</vt:lpstr>
      <vt:lpstr>Milestone 4 </vt:lpstr>
      <vt:lpstr>Milestone 4 </vt:lpstr>
      <vt:lpstr>Milestone 4 </vt:lpstr>
      <vt:lpstr>Milestone 4 </vt:lpstr>
      <vt:lpstr>Milestone 4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Vijayendra Bharathi</dc:creator>
  <cp:lastModifiedBy>Vijayendra Bharathi</cp:lastModifiedBy>
  <cp:revision>2</cp:revision>
  <dcterms:created xsi:type="dcterms:W3CDTF">2025-12-05T10:59:25Z</dcterms:created>
  <dcterms:modified xsi:type="dcterms:W3CDTF">2025-12-05T13:37:28Z</dcterms:modified>
</cp:coreProperties>
</file>