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5"/>
  </p:notesMasterIdLst>
  <p:sldIdLst>
    <p:sldId id="256" r:id="rId2"/>
    <p:sldId id="270" r:id="rId3"/>
    <p:sldId id="257" r:id="rId4"/>
    <p:sldId id="258" r:id="rId5"/>
    <p:sldId id="259" r:id="rId6"/>
    <p:sldId id="261" r:id="rId7"/>
    <p:sldId id="262" r:id="rId8"/>
    <p:sldId id="263" r:id="rId9"/>
    <p:sldId id="265" r:id="rId10"/>
    <p:sldId id="278" r:id="rId11"/>
    <p:sldId id="269" r:id="rId12"/>
    <p:sldId id="280" r:id="rId13"/>
    <p:sldId id="281" r:id="rId14"/>
  </p:sldIdLst>
  <p:sldSz cx="9144000" cy="5143500" type="screen16x9"/>
  <p:notesSz cx="6858000" cy="9144000"/>
  <p:embeddedFontLst>
    <p:embeddedFont>
      <p:font typeface="Bebas Neue" panose="020B0606020202050201" pitchFamily="34" charset="0"/>
      <p:regular r:id="rId16"/>
    </p:embeddedFont>
    <p:embeddedFont>
      <p:font typeface="Days One" panose="020B0604020202020204" charset="0"/>
      <p:regular r:id="rId17"/>
    </p:embeddedFont>
    <p:embeddedFont>
      <p:font typeface="Lato" panose="020F0502020204030203" pitchFamily="34" charset="0"/>
      <p:regular r:id="rId18"/>
      <p:bold r:id="rId19"/>
      <p:italic r:id="rId20"/>
      <p:boldItalic r:id="rId21"/>
    </p:embeddedFont>
    <p:embeddedFont>
      <p:font typeface="Nunito Light" pitchFamily="2" charset="0"/>
      <p:regular r:id="rId22"/>
      <p: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23E74B-BA2B-4B4D-B11A-642D698FBB13}" v="30" dt="2025-12-05T16:32:26.462"/>
  </p1510:revLst>
</p1510:revInfo>
</file>

<file path=ppt/tableStyles.xml><?xml version="1.0" encoding="utf-8"?>
<a:tblStyleLst xmlns:a="http://schemas.openxmlformats.org/drawingml/2006/main" def="{F552DF6B-CC4B-49D8-9C89-3D799A37FA99}">
  <a:tblStyle styleId="{F552DF6B-CC4B-49D8-9C89-3D799A37FA9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2" d="100"/>
          <a:sy n="102" d="100"/>
        </p:scale>
        <p:origin x="898"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ani reddy" userId="fb09f96d3639c758" providerId="LiveId" clId="{A1A52DD0-9B87-4E2F-B823-0F1841A83D2F}"/>
    <pc:docChg chg="undo custSel addSld delSld modSld sldOrd delMainMaster">
      <pc:chgData name="bhavani reddy" userId="fb09f96d3639c758" providerId="LiveId" clId="{A1A52DD0-9B87-4E2F-B823-0F1841A83D2F}" dt="2025-12-05T16:32:53.910" v="463" actId="14100"/>
      <pc:docMkLst>
        <pc:docMk/>
      </pc:docMkLst>
      <pc:sldChg chg="addSp delSp modSp mod">
        <pc:chgData name="bhavani reddy" userId="fb09f96d3639c758" providerId="LiveId" clId="{A1A52DD0-9B87-4E2F-B823-0F1841A83D2F}" dt="2025-12-05T16:29:05.451" v="446" actId="20577"/>
        <pc:sldMkLst>
          <pc:docMk/>
          <pc:sldMk cId="0" sldId="269"/>
        </pc:sldMkLst>
        <pc:spChg chg="add mod">
          <ac:chgData name="bhavani reddy" userId="fb09f96d3639c758" providerId="LiveId" clId="{A1A52DD0-9B87-4E2F-B823-0F1841A83D2F}" dt="2025-12-05T16:29:05.451" v="446" actId="20577"/>
          <ac:spMkLst>
            <pc:docMk/>
            <pc:sldMk cId="0" sldId="269"/>
            <ac:spMk id="2" creationId="{0F49E45B-A897-28FB-3755-72D942DCA5EA}"/>
          </ac:spMkLst>
        </pc:spChg>
        <pc:spChg chg="add">
          <ac:chgData name="bhavani reddy" userId="fb09f96d3639c758" providerId="LiveId" clId="{A1A52DD0-9B87-4E2F-B823-0F1841A83D2F}" dt="2025-12-05T16:18:17.060" v="151"/>
          <ac:spMkLst>
            <pc:docMk/>
            <pc:sldMk cId="0" sldId="269"/>
            <ac:spMk id="3" creationId="{01CF457D-60DD-E4F3-474F-8C59129F71F7}"/>
          </ac:spMkLst>
        </pc:spChg>
        <pc:spChg chg="add del mod">
          <ac:chgData name="bhavani reddy" userId="fb09f96d3639c758" providerId="LiveId" clId="{A1A52DD0-9B87-4E2F-B823-0F1841A83D2F}" dt="2025-12-05T16:18:46.558" v="158"/>
          <ac:spMkLst>
            <pc:docMk/>
            <pc:sldMk cId="0" sldId="269"/>
            <ac:spMk id="4" creationId="{365861D8-C90E-7C6D-73DF-A082FA6C86BB}"/>
          </ac:spMkLst>
        </pc:spChg>
        <pc:spChg chg="add">
          <ac:chgData name="bhavani reddy" userId="fb09f96d3639c758" providerId="LiveId" clId="{A1A52DD0-9B87-4E2F-B823-0F1841A83D2F}" dt="2025-12-05T16:19:41.851" v="164"/>
          <ac:spMkLst>
            <pc:docMk/>
            <pc:sldMk cId="0" sldId="269"/>
            <ac:spMk id="5" creationId="{498F8531-F2F5-B450-3AED-2E0F16222799}"/>
          </ac:spMkLst>
        </pc:spChg>
        <pc:spChg chg="add">
          <ac:chgData name="bhavani reddy" userId="fb09f96d3639c758" providerId="LiveId" clId="{A1A52DD0-9B87-4E2F-B823-0F1841A83D2F}" dt="2025-12-05T16:20:07.619" v="168"/>
          <ac:spMkLst>
            <pc:docMk/>
            <pc:sldMk cId="0" sldId="269"/>
            <ac:spMk id="6" creationId="{FF85C980-6948-3F5B-B21A-57EB1F2FB096}"/>
          </ac:spMkLst>
        </pc:spChg>
        <pc:spChg chg="add del mod">
          <ac:chgData name="bhavani reddy" userId="fb09f96d3639c758" providerId="LiveId" clId="{A1A52DD0-9B87-4E2F-B823-0F1841A83D2F}" dt="2025-12-05T16:21:18.949" v="299" actId="478"/>
          <ac:spMkLst>
            <pc:docMk/>
            <pc:sldMk cId="0" sldId="269"/>
            <ac:spMk id="7" creationId="{9A535429-2756-FB28-9FEA-9FBFD54A3FFB}"/>
          </ac:spMkLst>
        </pc:spChg>
        <pc:spChg chg="add">
          <ac:chgData name="bhavani reddy" userId="fb09f96d3639c758" providerId="LiveId" clId="{A1A52DD0-9B87-4E2F-B823-0F1841A83D2F}" dt="2025-12-05T16:22:07.156" v="303"/>
          <ac:spMkLst>
            <pc:docMk/>
            <pc:sldMk cId="0" sldId="269"/>
            <ac:spMk id="8" creationId="{0E550994-3AFF-D63F-4B91-008F9763FF77}"/>
          </ac:spMkLst>
        </pc:spChg>
        <pc:spChg chg="mod">
          <ac:chgData name="bhavani reddy" userId="fb09f96d3639c758" providerId="LiveId" clId="{A1A52DD0-9B87-4E2F-B823-0F1841A83D2F}" dt="2025-12-05T16:15:32.388" v="87" actId="122"/>
          <ac:spMkLst>
            <pc:docMk/>
            <pc:sldMk cId="0" sldId="269"/>
            <ac:spMk id="1268" creationId="{00000000-0000-0000-0000-000000000000}"/>
          </ac:spMkLst>
        </pc:spChg>
        <pc:grpChg chg="mod">
          <ac:chgData name="bhavani reddy" userId="fb09f96d3639c758" providerId="LiveId" clId="{A1A52DD0-9B87-4E2F-B823-0F1841A83D2F}" dt="2025-12-05T16:14:30.393" v="77" actId="14100"/>
          <ac:grpSpMkLst>
            <pc:docMk/>
            <pc:sldMk cId="0" sldId="269"/>
            <ac:grpSpMk id="1269" creationId="{00000000-0000-0000-0000-000000000000}"/>
          </ac:grpSpMkLst>
        </pc:grpChg>
      </pc:sldChg>
      <pc:sldChg chg="delSp modSp mod ord">
        <pc:chgData name="bhavani reddy" userId="fb09f96d3639c758" providerId="LiveId" clId="{A1A52DD0-9B87-4E2F-B823-0F1841A83D2F}" dt="2025-12-03T12:24:29.037" v="54" actId="113"/>
        <pc:sldMkLst>
          <pc:docMk/>
          <pc:sldMk cId="0" sldId="270"/>
        </pc:sldMkLst>
        <pc:spChg chg="mod">
          <ac:chgData name="bhavani reddy" userId="fb09f96d3639c758" providerId="LiveId" clId="{A1A52DD0-9B87-4E2F-B823-0F1841A83D2F}" dt="2025-12-03T12:23:30.652" v="47" actId="1076"/>
          <ac:spMkLst>
            <pc:docMk/>
            <pc:sldMk cId="0" sldId="270"/>
            <ac:spMk id="1300" creationId="{00000000-0000-0000-0000-000000000000}"/>
          </ac:spMkLst>
        </pc:spChg>
        <pc:spChg chg="mod">
          <ac:chgData name="bhavani reddy" userId="fb09f96d3639c758" providerId="LiveId" clId="{A1A52DD0-9B87-4E2F-B823-0F1841A83D2F}" dt="2025-12-03T12:24:29.037" v="54" actId="113"/>
          <ac:spMkLst>
            <pc:docMk/>
            <pc:sldMk cId="0" sldId="270"/>
            <ac:spMk id="1301" creationId="{00000000-0000-0000-0000-000000000000}"/>
          </ac:spMkLst>
        </pc:spChg>
      </pc:sldChg>
      <pc:sldChg chg="del">
        <pc:chgData name="bhavani reddy" userId="fb09f96d3639c758" providerId="LiveId" clId="{A1A52DD0-9B87-4E2F-B823-0F1841A83D2F}" dt="2025-12-05T16:19:09.601" v="159" actId="2696"/>
        <pc:sldMkLst>
          <pc:docMk/>
          <pc:sldMk cId="0" sldId="271"/>
        </pc:sldMkLst>
      </pc:sldChg>
      <pc:sldChg chg="del">
        <pc:chgData name="bhavani reddy" userId="fb09f96d3639c758" providerId="LiveId" clId="{A1A52DD0-9B87-4E2F-B823-0F1841A83D2F}" dt="2025-12-05T16:19:17.589" v="161" actId="2696"/>
        <pc:sldMkLst>
          <pc:docMk/>
          <pc:sldMk cId="0" sldId="272"/>
        </pc:sldMkLst>
      </pc:sldChg>
      <pc:sldChg chg="del">
        <pc:chgData name="bhavani reddy" userId="fb09f96d3639c758" providerId="LiveId" clId="{A1A52DD0-9B87-4E2F-B823-0F1841A83D2F}" dt="2025-12-05T16:19:14.521" v="160" actId="2696"/>
        <pc:sldMkLst>
          <pc:docMk/>
          <pc:sldMk cId="0" sldId="276"/>
        </pc:sldMkLst>
      </pc:sldChg>
      <pc:sldChg chg="addSp delSp modSp mod">
        <pc:chgData name="bhavani reddy" userId="fb09f96d3639c758" providerId="LiveId" clId="{A1A52DD0-9B87-4E2F-B823-0F1841A83D2F}" dt="2025-12-05T16:14:09.758" v="76" actId="14100"/>
        <pc:sldMkLst>
          <pc:docMk/>
          <pc:sldMk cId="0" sldId="278"/>
        </pc:sldMkLst>
        <pc:spChg chg="add del mod">
          <ac:chgData name="bhavani reddy" userId="fb09f96d3639c758" providerId="LiveId" clId="{A1A52DD0-9B87-4E2F-B823-0F1841A83D2F}" dt="2025-12-05T16:12:13.967" v="67" actId="21"/>
          <ac:spMkLst>
            <pc:docMk/>
            <pc:sldMk cId="0" sldId="278"/>
            <ac:spMk id="3" creationId="{10F233CB-4AFA-894B-91BD-17296918D85C}"/>
          </ac:spMkLst>
        </pc:spChg>
        <pc:spChg chg="add del mod">
          <ac:chgData name="bhavani reddy" userId="fb09f96d3639c758" providerId="LiveId" clId="{A1A52DD0-9B87-4E2F-B823-0F1841A83D2F}" dt="2025-12-05T16:12:29.572" v="70" actId="21"/>
          <ac:spMkLst>
            <pc:docMk/>
            <pc:sldMk cId="0" sldId="278"/>
            <ac:spMk id="5" creationId="{6A62CF81-36BA-A1C1-7636-D4CD4670C24B}"/>
          </ac:spMkLst>
        </pc:spChg>
        <pc:spChg chg="del">
          <ac:chgData name="bhavani reddy" userId="fb09f96d3639c758" providerId="LiveId" clId="{A1A52DD0-9B87-4E2F-B823-0F1841A83D2F}" dt="2025-12-05T16:12:07.166" v="66" actId="21"/>
          <ac:spMkLst>
            <pc:docMk/>
            <pc:sldMk cId="0" sldId="278"/>
            <ac:spMk id="2369" creationId="{00000000-0000-0000-0000-000000000000}"/>
          </ac:spMkLst>
        </pc:spChg>
        <pc:spChg chg="del">
          <ac:chgData name="bhavani reddy" userId="fb09f96d3639c758" providerId="LiveId" clId="{A1A52DD0-9B87-4E2F-B823-0F1841A83D2F}" dt="2025-12-05T16:12:25.647" v="69" actId="21"/>
          <ac:spMkLst>
            <pc:docMk/>
            <pc:sldMk cId="0" sldId="278"/>
            <ac:spMk id="2370" creationId="{00000000-0000-0000-0000-000000000000}"/>
          </ac:spMkLst>
        </pc:spChg>
        <pc:spChg chg="mod">
          <ac:chgData name="bhavani reddy" userId="fb09f96d3639c758" providerId="LiveId" clId="{A1A52DD0-9B87-4E2F-B823-0F1841A83D2F}" dt="2025-12-05T16:12:01.432" v="65" actId="255"/>
          <ac:spMkLst>
            <pc:docMk/>
            <pc:sldMk cId="0" sldId="278"/>
            <ac:spMk id="2371" creationId="{00000000-0000-0000-0000-000000000000}"/>
          </ac:spMkLst>
        </pc:spChg>
        <pc:spChg chg="del">
          <ac:chgData name="bhavani reddy" userId="fb09f96d3639c758" providerId="LiveId" clId="{A1A52DD0-9B87-4E2F-B823-0F1841A83D2F}" dt="2025-12-05T16:12:19.133" v="68" actId="21"/>
          <ac:spMkLst>
            <pc:docMk/>
            <pc:sldMk cId="0" sldId="278"/>
            <ac:spMk id="2372" creationId="{00000000-0000-0000-0000-000000000000}"/>
          </ac:spMkLst>
        </pc:spChg>
        <pc:picChg chg="add mod">
          <ac:chgData name="bhavani reddy" userId="fb09f96d3639c758" providerId="LiveId" clId="{A1A52DD0-9B87-4E2F-B823-0F1841A83D2F}" dt="2025-12-05T16:14:09.758" v="76" actId="14100"/>
          <ac:picMkLst>
            <pc:docMk/>
            <pc:sldMk cId="0" sldId="278"/>
            <ac:picMk id="7" creationId="{3AC90E4D-B755-F6CD-D4F7-99D15CB3B674}"/>
          </ac:picMkLst>
        </pc:picChg>
      </pc:sldChg>
      <pc:sldChg chg="new del">
        <pc:chgData name="bhavani reddy" userId="fb09f96d3639c758" providerId="LiveId" clId="{A1A52DD0-9B87-4E2F-B823-0F1841A83D2F}" dt="2025-12-05T16:25:19.466" v="361" actId="2696"/>
        <pc:sldMkLst>
          <pc:docMk/>
          <pc:sldMk cId="2548930671" sldId="279"/>
        </pc:sldMkLst>
      </pc:sldChg>
      <pc:sldChg chg="addSp delSp modSp new mod">
        <pc:chgData name="bhavani reddy" userId="fb09f96d3639c758" providerId="LiveId" clId="{A1A52DD0-9B87-4E2F-B823-0F1841A83D2F}" dt="2025-12-05T16:28:23.814" v="414" actId="12"/>
        <pc:sldMkLst>
          <pc:docMk/>
          <pc:sldMk cId="3460750954" sldId="280"/>
        </pc:sldMkLst>
        <pc:spChg chg="add mod">
          <ac:chgData name="bhavani reddy" userId="fb09f96d3639c758" providerId="LiveId" clId="{A1A52DD0-9B87-4E2F-B823-0F1841A83D2F}" dt="2025-12-05T16:28:23.814" v="414" actId="12"/>
          <ac:spMkLst>
            <pc:docMk/>
            <pc:sldMk cId="3460750954" sldId="280"/>
            <ac:spMk id="4" creationId="{BDA57D43-BE6E-7361-A4C5-07AA9763F29C}"/>
          </ac:spMkLst>
        </pc:spChg>
        <pc:picChg chg="add del">
          <ac:chgData name="bhavani reddy" userId="fb09f96d3639c758" providerId="LiveId" clId="{A1A52DD0-9B87-4E2F-B823-0F1841A83D2F}" dt="2025-12-05T16:25:26.166" v="363" actId="21"/>
          <ac:picMkLst>
            <pc:docMk/>
            <pc:sldMk cId="3460750954" sldId="280"/>
            <ac:picMk id="2" creationId="{65323DEF-5D2F-7F85-050C-1A0FDB66D8B3}"/>
          </ac:picMkLst>
        </pc:picChg>
        <pc:picChg chg="add del mod">
          <ac:chgData name="bhavani reddy" userId="fb09f96d3639c758" providerId="LiveId" clId="{A1A52DD0-9B87-4E2F-B823-0F1841A83D2F}" dt="2025-12-05T16:25:28.973" v="365" actId="21"/>
          <ac:picMkLst>
            <pc:docMk/>
            <pc:sldMk cId="3460750954" sldId="280"/>
            <ac:picMk id="3" creationId="{65323DEF-5D2F-7F85-050C-1A0FDB66D8B3}"/>
          </ac:picMkLst>
        </pc:picChg>
      </pc:sldChg>
      <pc:sldChg chg="addSp modSp new mod">
        <pc:chgData name="bhavani reddy" userId="fb09f96d3639c758" providerId="LiveId" clId="{A1A52DD0-9B87-4E2F-B823-0F1841A83D2F}" dt="2025-12-05T16:32:53.910" v="463" actId="14100"/>
        <pc:sldMkLst>
          <pc:docMk/>
          <pc:sldMk cId="1522562424" sldId="281"/>
        </pc:sldMkLst>
        <pc:picChg chg="add mod">
          <ac:chgData name="bhavani reddy" userId="fb09f96d3639c758" providerId="LiveId" clId="{A1A52DD0-9B87-4E2F-B823-0F1841A83D2F}" dt="2025-12-05T16:32:53.910" v="463" actId="14100"/>
          <ac:picMkLst>
            <pc:docMk/>
            <pc:sldMk cId="1522562424" sldId="281"/>
            <ac:picMk id="2" creationId="{0C58C88A-3F6B-3856-33A2-25C701B4AD78}"/>
          </ac:picMkLst>
        </pc:picChg>
      </pc:sldChg>
      <pc:sldChg chg="addSp delSp modSp new del mod">
        <pc:chgData name="bhavani reddy" userId="fb09f96d3639c758" providerId="LiveId" clId="{A1A52DD0-9B87-4E2F-B823-0F1841A83D2F}" dt="2025-12-05T16:32:13.668" v="454" actId="2696"/>
        <pc:sldMkLst>
          <pc:docMk/>
          <pc:sldMk cId="2098697253" sldId="281"/>
        </pc:sldMkLst>
        <pc:picChg chg="add del mod">
          <ac:chgData name="bhavani reddy" userId="fb09f96d3639c758" providerId="LiveId" clId="{A1A52DD0-9B87-4E2F-B823-0F1841A83D2F}" dt="2025-12-05T16:32:11.026" v="453" actId="21"/>
          <ac:picMkLst>
            <pc:docMk/>
            <pc:sldMk cId="2098697253" sldId="281"/>
            <ac:picMk id="3" creationId="{6FFFD505-DD7E-27FF-43F5-787B33C5524B}"/>
          </ac:picMkLst>
        </pc:picChg>
      </pc:sldChg>
      <pc:sldChg chg="new del">
        <pc:chgData name="bhavani reddy" userId="fb09f96d3639c758" providerId="LiveId" clId="{A1A52DD0-9B87-4E2F-B823-0F1841A83D2F}" dt="2025-12-05T16:30:03.429" v="448" actId="2696"/>
        <pc:sldMkLst>
          <pc:docMk/>
          <pc:sldMk cId="3491300210" sldId="281"/>
        </pc:sldMkLst>
      </pc:sldChg>
      <pc:sldChg chg="del">
        <pc:chgData name="bhavani reddy" userId="fb09f96d3639c758" providerId="LiveId" clId="{A1A52DD0-9B87-4E2F-B823-0F1841A83D2F}" dt="2025-12-05T16:19:23.286" v="162" actId="2696"/>
        <pc:sldMkLst>
          <pc:docMk/>
          <pc:sldMk cId="0" sldId="282"/>
        </pc:sldMkLst>
      </pc:sldChg>
      <pc:sldMasterChg chg="delSldLayout">
        <pc:chgData name="bhavani reddy" userId="fb09f96d3639c758" providerId="LiveId" clId="{A1A52DD0-9B87-4E2F-B823-0F1841A83D2F}" dt="2025-12-05T16:32:13.668" v="454" actId="2696"/>
        <pc:sldMasterMkLst>
          <pc:docMk/>
          <pc:sldMasterMk cId="0" sldId="2147483669"/>
        </pc:sldMasterMkLst>
        <pc:sldLayoutChg chg="del">
          <pc:chgData name="bhavani reddy" userId="fb09f96d3639c758" providerId="LiveId" clId="{A1A52DD0-9B87-4E2F-B823-0F1841A83D2F}" dt="2025-12-05T16:32:13.668" v="454" actId="2696"/>
          <pc:sldLayoutMkLst>
            <pc:docMk/>
            <pc:sldMasterMk cId="0" sldId="2147483669"/>
            <pc:sldLayoutMk cId="0" sldId="2147483666"/>
          </pc:sldLayoutMkLst>
        </pc:sldLayoutChg>
      </pc:sldMasterChg>
      <pc:sldMasterChg chg="del delSldLayout">
        <pc:chgData name="bhavani reddy" userId="fb09f96d3639c758" providerId="LiveId" clId="{A1A52DD0-9B87-4E2F-B823-0F1841A83D2F}" dt="2025-12-05T16:19:23.286" v="162" actId="2696"/>
        <pc:sldMasterMkLst>
          <pc:docMk/>
          <pc:sldMasterMk cId="0" sldId="2147483670"/>
        </pc:sldMasterMkLst>
        <pc:sldLayoutChg chg="del">
          <pc:chgData name="bhavani reddy" userId="fb09f96d3639c758" providerId="LiveId" clId="{A1A52DD0-9B87-4E2F-B823-0F1841A83D2F}" dt="2025-12-05T16:19:23.286" v="162" actId="2696"/>
          <pc:sldLayoutMkLst>
            <pc:docMk/>
            <pc:sldMasterMk cId="0" sldId="2147483670"/>
            <pc:sldLayoutMk cId="0" sldId="214748366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g2aa3d063a2b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8" name="Google Shape;1298;g2aa3d063a2b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1ee2869b1e1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1ee2869b1e1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aa3d063a2b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aa3d063a2b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2aa3d063a2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aa3d063a2b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2aa3d063a2b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aa3d063a2b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6" name="Google Shape;1086;g2aa3d063a2b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5"/>
        <p:cNvGrpSpPr/>
        <p:nvPr/>
      </p:nvGrpSpPr>
      <p:grpSpPr>
        <a:xfrm>
          <a:off x="0" y="0"/>
          <a:ext cx="0" cy="0"/>
          <a:chOff x="0" y="0"/>
          <a:chExt cx="0" cy="0"/>
        </a:xfrm>
      </p:grpSpPr>
      <p:sp>
        <p:nvSpPr>
          <p:cNvPr id="2366" name="Google Shape;2366;g2aa3d063a2b_0_38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7" name="Google Shape;2367;g2aa3d063a2b_0_3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g2aa3d063a2b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6" name="Google Shape;1266;g2aa3d063a2b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99950" y="-327450"/>
            <a:ext cx="9543900" cy="5646000"/>
            <a:chOff x="-199950" y="-251250"/>
            <a:chExt cx="9543900" cy="5646000"/>
          </a:xfrm>
        </p:grpSpPr>
        <p:cxnSp>
          <p:nvCxnSpPr>
            <p:cNvPr id="10" name="Google Shape;10;p2"/>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 name="Google Shape;11;p2"/>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2" name="Google Shape;12;p2"/>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3" name="Google Shape;13;p2"/>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 name="Google Shape;14;p2"/>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 name="Google Shape;15;p2"/>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6" name="Google Shape;16;p2"/>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7" name="Google Shape;17;p2"/>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 name="Google Shape;18;p2"/>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 name="Google Shape;19;p2"/>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0" name="Google Shape;20;p2"/>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1" name="Google Shape;21;p2"/>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2" name="Google Shape;22;p2"/>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 name="Google Shape;23;p2"/>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 name="Google Shape;24;p2"/>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5" name="Google Shape;25;p2"/>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6" name="Google Shape;26;p2"/>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7" name="Google Shape;27;p2"/>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8" name="Google Shape;28;p2"/>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 name="Google Shape;29;p2"/>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0" name="Google Shape;30;p2"/>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1" name="Google Shape;31;p2"/>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2" name="Google Shape;32;p2"/>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 name="Google Shape;33;p2"/>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4" name="Google Shape;34;p2"/>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5" name="Google Shape;35;p2"/>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6" name="Google Shape;36;p2"/>
          <p:cNvGrpSpPr/>
          <p:nvPr/>
        </p:nvGrpSpPr>
        <p:grpSpPr>
          <a:xfrm>
            <a:off x="473650" y="274900"/>
            <a:ext cx="8349800" cy="4746124"/>
            <a:chOff x="473650" y="274900"/>
            <a:chExt cx="8349800" cy="4746124"/>
          </a:xfrm>
        </p:grpSpPr>
        <p:grpSp>
          <p:nvGrpSpPr>
            <p:cNvPr id="37" name="Google Shape;37;p2"/>
            <p:cNvGrpSpPr/>
            <p:nvPr/>
          </p:nvGrpSpPr>
          <p:grpSpPr>
            <a:xfrm>
              <a:off x="626050" y="427300"/>
              <a:ext cx="8197400" cy="4593724"/>
              <a:chOff x="-280802" y="20880"/>
              <a:chExt cx="10622522" cy="5952733"/>
            </a:xfrm>
          </p:grpSpPr>
          <p:sp>
            <p:nvSpPr>
              <p:cNvPr id="38" name="Google Shape;38;p2"/>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 name="Google Shape;39;p2"/>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 name="Google Shape;40;p2"/>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1" name="Google Shape;41;p2"/>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2" name="Google Shape;42;p2"/>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3" name="Google Shape;43;p2"/>
            <p:cNvGrpSpPr/>
            <p:nvPr/>
          </p:nvGrpSpPr>
          <p:grpSpPr>
            <a:xfrm>
              <a:off x="473650" y="274900"/>
              <a:ext cx="8197400" cy="4593724"/>
              <a:chOff x="-280802" y="20880"/>
              <a:chExt cx="10622522" cy="5952733"/>
            </a:xfrm>
          </p:grpSpPr>
          <p:sp>
            <p:nvSpPr>
              <p:cNvPr id="44" name="Google Shape;44;p2"/>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5" name="Google Shape;45;p2"/>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 name="Google Shape;46;p2"/>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 name="Google Shape;47;p2"/>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 name="Google Shape;48;p2"/>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49" name="Google Shape;49;p2"/>
          <p:cNvSpPr txBox="1">
            <a:spLocks noGrp="1"/>
          </p:cNvSpPr>
          <p:nvPr>
            <p:ph type="ctrTitle"/>
          </p:nvPr>
        </p:nvSpPr>
        <p:spPr>
          <a:xfrm>
            <a:off x="1814850" y="1633725"/>
            <a:ext cx="5514300" cy="20001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Clr>
                <a:srgbClr val="191919"/>
              </a:buClr>
              <a:buSzPts val="5200"/>
              <a:buNone/>
              <a:defRPr sz="5300">
                <a:latin typeface="Days One"/>
                <a:ea typeface="Days One"/>
                <a:cs typeface="Days One"/>
                <a:sym typeface="Days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0" name="Google Shape;50;p2"/>
          <p:cNvSpPr txBox="1">
            <a:spLocks noGrp="1"/>
          </p:cNvSpPr>
          <p:nvPr>
            <p:ph type="subTitle" idx="1"/>
          </p:nvPr>
        </p:nvSpPr>
        <p:spPr>
          <a:xfrm>
            <a:off x="2301625" y="3686200"/>
            <a:ext cx="4540800" cy="4605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5"/>
        <p:cNvGrpSpPr/>
        <p:nvPr/>
      </p:nvGrpSpPr>
      <p:grpSpPr>
        <a:xfrm>
          <a:off x="0" y="0"/>
          <a:ext cx="0" cy="0"/>
          <a:chOff x="0" y="0"/>
          <a:chExt cx="0" cy="0"/>
        </a:xfrm>
      </p:grpSpPr>
      <p:grpSp>
        <p:nvGrpSpPr>
          <p:cNvPr id="96" name="Google Shape;96;p4"/>
          <p:cNvGrpSpPr/>
          <p:nvPr/>
        </p:nvGrpSpPr>
        <p:grpSpPr>
          <a:xfrm>
            <a:off x="-199950" y="-327450"/>
            <a:ext cx="9543900" cy="5646000"/>
            <a:chOff x="-199950" y="-251250"/>
            <a:chExt cx="9543900" cy="5646000"/>
          </a:xfrm>
        </p:grpSpPr>
        <p:cxnSp>
          <p:nvCxnSpPr>
            <p:cNvPr id="97" name="Google Shape;97;p4"/>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98" name="Google Shape;98;p4"/>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99" name="Google Shape;99;p4"/>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0" name="Google Shape;100;p4"/>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1" name="Google Shape;101;p4"/>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2" name="Google Shape;102;p4"/>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3" name="Google Shape;103;p4"/>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4" name="Google Shape;104;p4"/>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5" name="Google Shape;105;p4"/>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6" name="Google Shape;106;p4"/>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7" name="Google Shape;107;p4"/>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8" name="Google Shape;108;p4"/>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9" name="Google Shape;109;p4"/>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0" name="Google Shape;110;p4"/>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1" name="Google Shape;111;p4"/>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2" name="Google Shape;112;p4"/>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3" name="Google Shape;113;p4"/>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4" name="Google Shape;114;p4"/>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5" name="Google Shape;115;p4"/>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6" name="Google Shape;116;p4"/>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7" name="Google Shape;117;p4"/>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8" name="Google Shape;118;p4"/>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9" name="Google Shape;119;p4"/>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0" name="Google Shape;120;p4"/>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1" name="Google Shape;121;p4"/>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2" name="Google Shape;122;p4"/>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123" name="Google Shape;123;p4"/>
          <p:cNvGrpSpPr/>
          <p:nvPr/>
        </p:nvGrpSpPr>
        <p:grpSpPr>
          <a:xfrm>
            <a:off x="473650" y="274900"/>
            <a:ext cx="8349800" cy="4746124"/>
            <a:chOff x="473650" y="274900"/>
            <a:chExt cx="8349800" cy="4746124"/>
          </a:xfrm>
        </p:grpSpPr>
        <p:grpSp>
          <p:nvGrpSpPr>
            <p:cNvPr id="124" name="Google Shape;124;p4"/>
            <p:cNvGrpSpPr/>
            <p:nvPr/>
          </p:nvGrpSpPr>
          <p:grpSpPr>
            <a:xfrm>
              <a:off x="626050" y="427300"/>
              <a:ext cx="8197400" cy="4593724"/>
              <a:chOff x="-280802" y="20880"/>
              <a:chExt cx="10622522" cy="5952733"/>
            </a:xfrm>
          </p:grpSpPr>
          <p:sp>
            <p:nvSpPr>
              <p:cNvPr id="125" name="Google Shape;125;p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 name="Google Shape;126;p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 name="Google Shape;127;p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 name="Google Shape;128;p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 name="Google Shape;129;p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0" name="Google Shape;130;p4"/>
            <p:cNvGrpSpPr/>
            <p:nvPr/>
          </p:nvGrpSpPr>
          <p:grpSpPr>
            <a:xfrm>
              <a:off x="473650" y="274900"/>
              <a:ext cx="8197400" cy="4593724"/>
              <a:chOff x="-280802" y="20880"/>
              <a:chExt cx="10622522" cy="5952733"/>
            </a:xfrm>
          </p:grpSpPr>
          <p:sp>
            <p:nvSpPr>
              <p:cNvPr id="131" name="Google Shape;131;p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 name="Google Shape;132;p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 name="Google Shape;133;p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4" name="Google Shape;134;p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 name="Google Shape;135;p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136" name="Google Shape;136;p4"/>
          <p:cNvSpPr txBox="1">
            <a:spLocks noGrp="1"/>
          </p:cNvSpPr>
          <p:nvPr>
            <p:ph type="body" idx="1"/>
          </p:nvPr>
        </p:nvSpPr>
        <p:spPr>
          <a:xfrm>
            <a:off x="720000" y="1514050"/>
            <a:ext cx="7704000" cy="30549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sp>
        <p:nvSpPr>
          <p:cNvPr id="137" name="Google Shape;137;p4"/>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8"/>
        <p:cNvGrpSpPr/>
        <p:nvPr/>
      </p:nvGrpSpPr>
      <p:grpSpPr>
        <a:xfrm>
          <a:off x="0" y="0"/>
          <a:ext cx="0" cy="0"/>
          <a:chOff x="0" y="0"/>
          <a:chExt cx="0" cy="0"/>
        </a:xfrm>
      </p:grpSpPr>
      <p:grpSp>
        <p:nvGrpSpPr>
          <p:cNvPr id="139" name="Google Shape;139;p5"/>
          <p:cNvGrpSpPr/>
          <p:nvPr/>
        </p:nvGrpSpPr>
        <p:grpSpPr>
          <a:xfrm>
            <a:off x="-199950" y="-327450"/>
            <a:ext cx="9543900" cy="5646000"/>
            <a:chOff x="-199950" y="-251250"/>
            <a:chExt cx="9543900" cy="5646000"/>
          </a:xfrm>
        </p:grpSpPr>
        <p:cxnSp>
          <p:nvCxnSpPr>
            <p:cNvPr id="140" name="Google Shape;140;p5"/>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1" name="Google Shape;141;p5"/>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2" name="Google Shape;142;p5"/>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3" name="Google Shape;143;p5"/>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4" name="Google Shape;144;p5"/>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5" name="Google Shape;145;p5"/>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6" name="Google Shape;146;p5"/>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7" name="Google Shape;147;p5"/>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8" name="Google Shape;148;p5"/>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9" name="Google Shape;149;p5"/>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0" name="Google Shape;150;p5"/>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1" name="Google Shape;151;p5"/>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2" name="Google Shape;152;p5"/>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3" name="Google Shape;153;p5"/>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4" name="Google Shape;154;p5"/>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5" name="Google Shape;155;p5"/>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56" name="Google Shape;156;p5"/>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57" name="Google Shape;157;p5"/>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58" name="Google Shape;158;p5"/>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59" name="Google Shape;159;p5"/>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0" name="Google Shape;160;p5"/>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1" name="Google Shape;161;p5"/>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2" name="Google Shape;162;p5"/>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3" name="Google Shape;163;p5"/>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4" name="Google Shape;164;p5"/>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65" name="Google Shape;165;p5"/>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166" name="Google Shape;166;p5"/>
          <p:cNvGrpSpPr/>
          <p:nvPr/>
        </p:nvGrpSpPr>
        <p:grpSpPr>
          <a:xfrm>
            <a:off x="473650" y="274900"/>
            <a:ext cx="8349800" cy="4746124"/>
            <a:chOff x="473650" y="274900"/>
            <a:chExt cx="8349800" cy="4746124"/>
          </a:xfrm>
        </p:grpSpPr>
        <p:grpSp>
          <p:nvGrpSpPr>
            <p:cNvPr id="167" name="Google Shape;167;p5"/>
            <p:cNvGrpSpPr/>
            <p:nvPr/>
          </p:nvGrpSpPr>
          <p:grpSpPr>
            <a:xfrm>
              <a:off x="626050" y="427300"/>
              <a:ext cx="8197400" cy="4593724"/>
              <a:chOff x="-280802" y="20880"/>
              <a:chExt cx="10622522" cy="5952733"/>
            </a:xfrm>
          </p:grpSpPr>
          <p:sp>
            <p:nvSpPr>
              <p:cNvPr id="168" name="Google Shape;168;p5"/>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 name="Google Shape;169;p5"/>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 name="Google Shape;170;p5"/>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1" name="Google Shape;171;p5"/>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2" name="Google Shape;172;p5"/>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73" name="Google Shape;173;p5"/>
            <p:cNvGrpSpPr/>
            <p:nvPr/>
          </p:nvGrpSpPr>
          <p:grpSpPr>
            <a:xfrm>
              <a:off x="473650" y="274900"/>
              <a:ext cx="8197400" cy="4593724"/>
              <a:chOff x="-280802" y="20880"/>
              <a:chExt cx="10622522" cy="5952733"/>
            </a:xfrm>
          </p:grpSpPr>
          <p:sp>
            <p:nvSpPr>
              <p:cNvPr id="174" name="Google Shape;174;p5"/>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 name="Google Shape;175;p5"/>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 name="Google Shape;176;p5"/>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 name="Google Shape;177;p5"/>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 name="Google Shape;178;p5"/>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179" name="Google Shape;179;p5"/>
          <p:cNvSpPr txBox="1">
            <a:spLocks noGrp="1"/>
          </p:cNvSpPr>
          <p:nvPr>
            <p:ph type="subTitle" idx="1"/>
          </p:nvPr>
        </p:nvSpPr>
        <p:spPr>
          <a:xfrm>
            <a:off x="1290750" y="2873142"/>
            <a:ext cx="29076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80" name="Google Shape;180;p5"/>
          <p:cNvSpPr txBox="1">
            <a:spLocks noGrp="1"/>
          </p:cNvSpPr>
          <p:nvPr>
            <p:ph type="subTitle" idx="2"/>
          </p:nvPr>
        </p:nvSpPr>
        <p:spPr>
          <a:xfrm>
            <a:off x="4945625" y="2873142"/>
            <a:ext cx="29076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81" name="Google Shape;181;p5"/>
          <p:cNvSpPr txBox="1">
            <a:spLocks noGrp="1"/>
          </p:cNvSpPr>
          <p:nvPr>
            <p:ph type="subTitle" idx="3"/>
          </p:nvPr>
        </p:nvSpPr>
        <p:spPr>
          <a:xfrm>
            <a:off x="1290750" y="3182195"/>
            <a:ext cx="2907600" cy="107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2" name="Google Shape;182;p5"/>
          <p:cNvSpPr txBox="1">
            <a:spLocks noGrp="1"/>
          </p:cNvSpPr>
          <p:nvPr>
            <p:ph type="subTitle" idx="4"/>
          </p:nvPr>
        </p:nvSpPr>
        <p:spPr>
          <a:xfrm>
            <a:off x="4945625" y="3182195"/>
            <a:ext cx="2907600" cy="107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3" name="Google Shape;183;p5"/>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4"/>
        <p:cNvGrpSpPr/>
        <p:nvPr/>
      </p:nvGrpSpPr>
      <p:grpSpPr>
        <a:xfrm>
          <a:off x="0" y="0"/>
          <a:ext cx="0" cy="0"/>
          <a:chOff x="0" y="0"/>
          <a:chExt cx="0" cy="0"/>
        </a:xfrm>
      </p:grpSpPr>
      <p:grpSp>
        <p:nvGrpSpPr>
          <p:cNvPr id="185" name="Google Shape;185;p6"/>
          <p:cNvGrpSpPr/>
          <p:nvPr/>
        </p:nvGrpSpPr>
        <p:grpSpPr>
          <a:xfrm>
            <a:off x="-199950" y="-327450"/>
            <a:ext cx="9543900" cy="5646000"/>
            <a:chOff x="-199950" y="-251250"/>
            <a:chExt cx="9543900" cy="5646000"/>
          </a:xfrm>
        </p:grpSpPr>
        <p:cxnSp>
          <p:nvCxnSpPr>
            <p:cNvPr id="186" name="Google Shape;186;p6"/>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7" name="Google Shape;187;p6"/>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8" name="Google Shape;188;p6"/>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9" name="Google Shape;189;p6"/>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0" name="Google Shape;190;p6"/>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1" name="Google Shape;191;p6"/>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2" name="Google Shape;192;p6"/>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3" name="Google Shape;193;p6"/>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4" name="Google Shape;194;p6"/>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5" name="Google Shape;195;p6"/>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6" name="Google Shape;196;p6"/>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7" name="Google Shape;197;p6"/>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8" name="Google Shape;198;p6"/>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9" name="Google Shape;199;p6"/>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00" name="Google Shape;200;p6"/>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01" name="Google Shape;201;p6"/>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2" name="Google Shape;202;p6"/>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3" name="Google Shape;203;p6"/>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4" name="Google Shape;204;p6"/>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5" name="Google Shape;205;p6"/>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6" name="Google Shape;206;p6"/>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7" name="Google Shape;207;p6"/>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8" name="Google Shape;208;p6"/>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09" name="Google Shape;209;p6"/>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10" name="Google Shape;210;p6"/>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11" name="Google Shape;211;p6"/>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212" name="Google Shape;212;p6"/>
          <p:cNvGrpSpPr/>
          <p:nvPr/>
        </p:nvGrpSpPr>
        <p:grpSpPr>
          <a:xfrm>
            <a:off x="473650" y="274900"/>
            <a:ext cx="8349800" cy="4746124"/>
            <a:chOff x="473650" y="274900"/>
            <a:chExt cx="8349800" cy="4746124"/>
          </a:xfrm>
        </p:grpSpPr>
        <p:grpSp>
          <p:nvGrpSpPr>
            <p:cNvPr id="213" name="Google Shape;213;p6"/>
            <p:cNvGrpSpPr/>
            <p:nvPr/>
          </p:nvGrpSpPr>
          <p:grpSpPr>
            <a:xfrm>
              <a:off x="626050" y="427300"/>
              <a:ext cx="8197400" cy="4593724"/>
              <a:chOff x="-280802" y="20880"/>
              <a:chExt cx="10622522" cy="5952733"/>
            </a:xfrm>
          </p:grpSpPr>
          <p:sp>
            <p:nvSpPr>
              <p:cNvPr id="214" name="Google Shape;214;p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5" name="Google Shape;215;p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6" name="Google Shape;216;p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 name="Google Shape;217;p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8" name="Google Shape;218;p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19" name="Google Shape;219;p6"/>
            <p:cNvGrpSpPr/>
            <p:nvPr/>
          </p:nvGrpSpPr>
          <p:grpSpPr>
            <a:xfrm>
              <a:off x="473650" y="274900"/>
              <a:ext cx="8197400" cy="4593724"/>
              <a:chOff x="-280802" y="20880"/>
              <a:chExt cx="10622522" cy="5952733"/>
            </a:xfrm>
          </p:grpSpPr>
          <p:sp>
            <p:nvSpPr>
              <p:cNvPr id="220" name="Google Shape;220;p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 name="Google Shape;221;p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 name="Google Shape;222;p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 name="Google Shape;223;p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 name="Google Shape;224;p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225" name="Google Shape;225;p6"/>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6"/>
        <p:cNvGrpSpPr/>
        <p:nvPr/>
      </p:nvGrpSpPr>
      <p:grpSpPr>
        <a:xfrm>
          <a:off x="0" y="0"/>
          <a:ext cx="0" cy="0"/>
          <a:chOff x="0" y="0"/>
          <a:chExt cx="0" cy="0"/>
        </a:xfrm>
      </p:grpSpPr>
      <p:grpSp>
        <p:nvGrpSpPr>
          <p:cNvPr id="227" name="Google Shape;227;p7"/>
          <p:cNvGrpSpPr/>
          <p:nvPr/>
        </p:nvGrpSpPr>
        <p:grpSpPr>
          <a:xfrm>
            <a:off x="-199950" y="-327450"/>
            <a:ext cx="9543900" cy="5646000"/>
            <a:chOff x="-199950" y="-251250"/>
            <a:chExt cx="9543900" cy="5646000"/>
          </a:xfrm>
        </p:grpSpPr>
        <p:cxnSp>
          <p:nvCxnSpPr>
            <p:cNvPr id="228" name="Google Shape;228;p7"/>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29" name="Google Shape;229;p7"/>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0" name="Google Shape;230;p7"/>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1" name="Google Shape;231;p7"/>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2" name="Google Shape;232;p7"/>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3" name="Google Shape;233;p7"/>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4" name="Google Shape;234;p7"/>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5" name="Google Shape;235;p7"/>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6" name="Google Shape;236;p7"/>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7" name="Google Shape;237;p7"/>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8" name="Google Shape;238;p7"/>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9" name="Google Shape;239;p7"/>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0" name="Google Shape;240;p7"/>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1" name="Google Shape;241;p7"/>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2" name="Google Shape;242;p7"/>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3" name="Google Shape;243;p7"/>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4" name="Google Shape;244;p7"/>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5" name="Google Shape;245;p7"/>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6" name="Google Shape;246;p7"/>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7" name="Google Shape;247;p7"/>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8" name="Google Shape;248;p7"/>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9" name="Google Shape;249;p7"/>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0" name="Google Shape;250;p7"/>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1" name="Google Shape;251;p7"/>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2" name="Google Shape;252;p7"/>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3" name="Google Shape;253;p7"/>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254" name="Google Shape;254;p7"/>
          <p:cNvGrpSpPr/>
          <p:nvPr/>
        </p:nvGrpSpPr>
        <p:grpSpPr>
          <a:xfrm>
            <a:off x="473650" y="274900"/>
            <a:ext cx="8349800" cy="4746124"/>
            <a:chOff x="473650" y="274900"/>
            <a:chExt cx="8349800" cy="4746124"/>
          </a:xfrm>
        </p:grpSpPr>
        <p:grpSp>
          <p:nvGrpSpPr>
            <p:cNvPr id="255" name="Google Shape;255;p7"/>
            <p:cNvGrpSpPr/>
            <p:nvPr/>
          </p:nvGrpSpPr>
          <p:grpSpPr>
            <a:xfrm>
              <a:off x="626050" y="427300"/>
              <a:ext cx="8197400" cy="4593724"/>
              <a:chOff x="-280802" y="20880"/>
              <a:chExt cx="10622522" cy="5952733"/>
            </a:xfrm>
          </p:grpSpPr>
          <p:sp>
            <p:nvSpPr>
              <p:cNvPr id="256" name="Google Shape;256;p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 name="Google Shape;257;p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8" name="Google Shape;258;p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9" name="Google Shape;259;p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0" name="Google Shape;260;p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1" name="Google Shape;261;p7"/>
            <p:cNvGrpSpPr/>
            <p:nvPr/>
          </p:nvGrpSpPr>
          <p:grpSpPr>
            <a:xfrm>
              <a:off x="473650" y="274900"/>
              <a:ext cx="8197400" cy="4593724"/>
              <a:chOff x="-280802" y="20880"/>
              <a:chExt cx="10622522" cy="5952733"/>
            </a:xfrm>
          </p:grpSpPr>
          <p:sp>
            <p:nvSpPr>
              <p:cNvPr id="262" name="Google Shape;262;p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 name="Google Shape;263;p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 name="Google Shape;264;p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 name="Google Shape;265;p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 name="Google Shape;266;p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267" name="Google Shape;267;p7"/>
          <p:cNvSpPr txBox="1">
            <a:spLocks noGrp="1"/>
          </p:cNvSpPr>
          <p:nvPr>
            <p:ph type="body" idx="1"/>
          </p:nvPr>
        </p:nvSpPr>
        <p:spPr>
          <a:xfrm>
            <a:off x="4381025" y="1970075"/>
            <a:ext cx="3867000" cy="24909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2"/>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268" name="Google Shape;268;p7"/>
          <p:cNvSpPr>
            <a:spLocks noGrp="1"/>
          </p:cNvSpPr>
          <p:nvPr>
            <p:ph type="pic" idx="2"/>
          </p:nvPr>
        </p:nvSpPr>
        <p:spPr>
          <a:xfrm>
            <a:off x="896750" y="1970075"/>
            <a:ext cx="3217500" cy="2490900"/>
          </a:xfrm>
          <a:prstGeom prst="rect">
            <a:avLst/>
          </a:prstGeom>
          <a:noFill/>
          <a:ln w="19050" cap="flat" cmpd="sng">
            <a:solidFill>
              <a:schemeClr val="dk1"/>
            </a:solidFill>
            <a:prstDash val="solid"/>
            <a:round/>
            <a:headEnd type="none" w="sm" len="sm"/>
            <a:tailEnd type="none" w="sm" len="sm"/>
          </a:ln>
        </p:spPr>
      </p:sp>
      <p:sp>
        <p:nvSpPr>
          <p:cNvPr id="269" name="Google Shape;269;p7"/>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70"/>
        <p:cNvGrpSpPr/>
        <p:nvPr/>
      </p:nvGrpSpPr>
      <p:grpSpPr>
        <a:xfrm>
          <a:off x="0" y="0"/>
          <a:ext cx="0" cy="0"/>
          <a:chOff x="0" y="0"/>
          <a:chExt cx="0" cy="0"/>
        </a:xfrm>
      </p:grpSpPr>
      <p:grpSp>
        <p:nvGrpSpPr>
          <p:cNvPr id="271" name="Google Shape;271;p8"/>
          <p:cNvGrpSpPr/>
          <p:nvPr/>
        </p:nvGrpSpPr>
        <p:grpSpPr>
          <a:xfrm>
            <a:off x="-199950" y="-327450"/>
            <a:ext cx="9543900" cy="5646000"/>
            <a:chOff x="-199950" y="-251250"/>
            <a:chExt cx="9543900" cy="5646000"/>
          </a:xfrm>
        </p:grpSpPr>
        <p:cxnSp>
          <p:nvCxnSpPr>
            <p:cNvPr id="272" name="Google Shape;272;p8"/>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3" name="Google Shape;273;p8"/>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4" name="Google Shape;274;p8"/>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5" name="Google Shape;275;p8"/>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6" name="Google Shape;276;p8"/>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7" name="Google Shape;277;p8"/>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8" name="Google Shape;278;p8"/>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79" name="Google Shape;279;p8"/>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0" name="Google Shape;280;p8"/>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1" name="Google Shape;281;p8"/>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2" name="Google Shape;282;p8"/>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3" name="Google Shape;283;p8"/>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4" name="Google Shape;284;p8"/>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5" name="Google Shape;285;p8"/>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6" name="Google Shape;286;p8"/>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87" name="Google Shape;287;p8"/>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88" name="Google Shape;288;p8"/>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89" name="Google Shape;289;p8"/>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0" name="Google Shape;290;p8"/>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1" name="Google Shape;291;p8"/>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2" name="Google Shape;292;p8"/>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3" name="Google Shape;293;p8"/>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4" name="Google Shape;294;p8"/>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5" name="Google Shape;295;p8"/>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6" name="Google Shape;296;p8"/>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7" name="Google Shape;297;p8"/>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298" name="Google Shape;298;p8"/>
          <p:cNvGrpSpPr/>
          <p:nvPr/>
        </p:nvGrpSpPr>
        <p:grpSpPr>
          <a:xfrm>
            <a:off x="473650" y="274900"/>
            <a:ext cx="8349800" cy="4746124"/>
            <a:chOff x="473650" y="274900"/>
            <a:chExt cx="8349800" cy="4746124"/>
          </a:xfrm>
        </p:grpSpPr>
        <p:grpSp>
          <p:nvGrpSpPr>
            <p:cNvPr id="299" name="Google Shape;299;p8"/>
            <p:cNvGrpSpPr/>
            <p:nvPr/>
          </p:nvGrpSpPr>
          <p:grpSpPr>
            <a:xfrm>
              <a:off x="626050" y="427300"/>
              <a:ext cx="8197400" cy="4593724"/>
              <a:chOff x="-280802" y="20880"/>
              <a:chExt cx="10622522" cy="5952733"/>
            </a:xfrm>
          </p:grpSpPr>
          <p:sp>
            <p:nvSpPr>
              <p:cNvPr id="300" name="Google Shape;300;p8"/>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1" name="Google Shape;301;p8"/>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2" name="Google Shape;302;p8"/>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3" name="Google Shape;303;p8"/>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4" name="Google Shape;304;p8"/>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05" name="Google Shape;305;p8"/>
            <p:cNvGrpSpPr/>
            <p:nvPr/>
          </p:nvGrpSpPr>
          <p:grpSpPr>
            <a:xfrm>
              <a:off x="473650" y="274900"/>
              <a:ext cx="8197400" cy="4593724"/>
              <a:chOff x="-280802" y="20880"/>
              <a:chExt cx="10622522" cy="5952733"/>
            </a:xfrm>
          </p:grpSpPr>
          <p:sp>
            <p:nvSpPr>
              <p:cNvPr id="306" name="Google Shape;306;p8"/>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7" name="Google Shape;307;p8"/>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8" name="Google Shape;308;p8"/>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9" name="Google Shape;309;p8"/>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0" name="Google Shape;310;p8"/>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311" name="Google Shape;311;p8"/>
          <p:cNvSpPr txBox="1">
            <a:spLocks noGrp="1"/>
          </p:cNvSpPr>
          <p:nvPr>
            <p:ph type="title"/>
          </p:nvPr>
        </p:nvSpPr>
        <p:spPr>
          <a:xfrm>
            <a:off x="2496625" y="879900"/>
            <a:ext cx="5751000" cy="2424000"/>
          </a:xfrm>
          <a:prstGeom prst="rect">
            <a:avLst/>
          </a:prstGeom>
          <a:ln>
            <a:noFill/>
          </a:ln>
        </p:spPr>
        <p:txBody>
          <a:bodyPr spcFirstLastPara="1" wrap="square" lIns="91425" tIns="91425" rIns="91425" bIns="91425" anchor="ctr" anchorCtr="0">
            <a:noAutofit/>
          </a:bodyPr>
          <a:lstStyle>
            <a:lvl1pPr lvl="0" algn="r">
              <a:spcBef>
                <a:spcPts val="0"/>
              </a:spcBef>
              <a:spcAft>
                <a:spcPts val="0"/>
              </a:spcAft>
              <a:buSzPts val="6000"/>
              <a:buNone/>
              <a:defRPr sz="3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2"/>
        <p:cNvGrpSpPr/>
        <p:nvPr/>
      </p:nvGrpSpPr>
      <p:grpSpPr>
        <a:xfrm>
          <a:off x="0" y="0"/>
          <a:ext cx="0" cy="0"/>
          <a:chOff x="0" y="0"/>
          <a:chExt cx="0" cy="0"/>
        </a:xfrm>
      </p:grpSpPr>
      <p:grpSp>
        <p:nvGrpSpPr>
          <p:cNvPr id="313" name="Google Shape;313;p9"/>
          <p:cNvGrpSpPr/>
          <p:nvPr/>
        </p:nvGrpSpPr>
        <p:grpSpPr>
          <a:xfrm>
            <a:off x="-199950" y="-327450"/>
            <a:ext cx="9543900" cy="5646000"/>
            <a:chOff x="-199950" y="-251250"/>
            <a:chExt cx="9543900" cy="5646000"/>
          </a:xfrm>
        </p:grpSpPr>
        <p:cxnSp>
          <p:nvCxnSpPr>
            <p:cNvPr id="314" name="Google Shape;314;p9"/>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5" name="Google Shape;315;p9"/>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6" name="Google Shape;316;p9"/>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7" name="Google Shape;317;p9"/>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8" name="Google Shape;318;p9"/>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9" name="Google Shape;319;p9"/>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0" name="Google Shape;320;p9"/>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1" name="Google Shape;321;p9"/>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2" name="Google Shape;322;p9"/>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3" name="Google Shape;323;p9"/>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4" name="Google Shape;324;p9"/>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5" name="Google Shape;325;p9"/>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6" name="Google Shape;326;p9"/>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7" name="Google Shape;327;p9"/>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8" name="Google Shape;328;p9"/>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9" name="Google Shape;329;p9"/>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0" name="Google Shape;330;p9"/>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1" name="Google Shape;331;p9"/>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2" name="Google Shape;332;p9"/>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3" name="Google Shape;333;p9"/>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4" name="Google Shape;334;p9"/>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5" name="Google Shape;335;p9"/>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6" name="Google Shape;336;p9"/>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7" name="Google Shape;337;p9"/>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8" name="Google Shape;338;p9"/>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9" name="Google Shape;339;p9"/>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40" name="Google Shape;340;p9"/>
          <p:cNvGrpSpPr/>
          <p:nvPr/>
        </p:nvGrpSpPr>
        <p:grpSpPr>
          <a:xfrm>
            <a:off x="473650" y="274900"/>
            <a:ext cx="8349800" cy="4746124"/>
            <a:chOff x="473650" y="274900"/>
            <a:chExt cx="8349800" cy="4746124"/>
          </a:xfrm>
        </p:grpSpPr>
        <p:grpSp>
          <p:nvGrpSpPr>
            <p:cNvPr id="341" name="Google Shape;341;p9"/>
            <p:cNvGrpSpPr/>
            <p:nvPr/>
          </p:nvGrpSpPr>
          <p:grpSpPr>
            <a:xfrm>
              <a:off x="626050" y="427300"/>
              <a:ext cx="8197400" cy="4593724"/>
              <a:chOff x="-280802" y="20880"/>
              <a:chExt cx="10622522" cy="5952733"/>
            </a:xfrm>
          </p:grpSpPr>
          <p:sp>
            <p:nvSpPr>
              <p:cNvPr id="342" name="Google Shape;342;p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3" name="Google Shape;343;p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4" name="Google Shape;344;p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5" name="Google Shape;345;p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6" name="Google Shape;346;p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47" name="Google Shape;347;p9"/>
            <p:cNvGrpSpPr/>
            <p:nvPr/>
          </p:nvGrpSpPr>
          <p:grpSpPr>
            <a:xfrm>
              <a:off x="473650" y="274900"/>
              <a:ext cx="8197400" cy="4593724"/>
              <a:chOff x="-280802" y="20880"/>
              <a:chExt cx="10622522" cy="5952733"/>
            </a:xfrm>
          </p:grpSpPr>
          <p:sp>
            <p:nvSpPr>
              <p:cNvPr id="348" name="Google Shape;348;p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9" name="Google Shape;349;p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0" name="Google Shape;350;p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1" name="Google Shape;351;p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2" name="Google Shape;352;p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353" name="Google Shape;353;p9"/>
          <p:cNvSpPr txBox="1">
            <a:spLocks noGrp="1"/>
          </p:cNvSpPr>
          <p:nvPr>
            <p:ph type="subTitle" idx="1"/>
          </p:nvPr>
        </p:nvSpPr>
        <p:spPr>
          <a:xfrm>
            <a:off x="896400" y="1812275"/>
            <a:ext cx="3550800" cy="263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4" name="Google Shape;354;p9"/>
          <p:cNvSpPr txBox="1">
            <a:spLocks noGrp="1"/>
          </p:cNvSpPr>
          <p:nvPr>
            <p:ph type="subTitle" idx="2"/>
          </p:nvPr>
        </p:nvSpPr>
        <p:spPr>
          <a:xfrm>
            <a:off x="4696925" y="1812275"/>
            <a:ext cx="3550800" cy="263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5" name="Google Shape;355;p9"/>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59"/>
        <p:cNvGrpSpPr/>
        <p:nvPr/>
      </p:nvGrpSpPr>
      <p:grpSpPr>
        <a:xfrm>
          <a:off x="0" y="0"/>
          <a:ext cx="0" cy="0"/>
          <a:chOff x="0" y="0"/>
          <a:chExt cx="0" cy="0"/>
        </a:xfrm>
      </p:grpSpPr>
      <p:grpSp>
        <p:nvGrpSpPr>
          <p:cNvPr id="360" name="Google Shape;360;p11"/>
          <p:cNvGrpSpPr/>
          <p:nvPr/>
        </p:nvGrpSpPr>
        <p:grpSpPr>
          <a:xfrm>
            <a:off x="-199950" y="-327450"/>
            <a:ext cx="9543900" cy="5646000"/>
            <a:chOff x="-199950" y="-251250"/>
            <a:chExt cx="9543900" cy="5646000"/>
          </a:xfrm>
        </p:grpSpPr>
        <p:cxnSp>
          <p:nvCxnSpPr>
            <p:cNvPr id="361" name="Google Shape;361;p11"/>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2" name="Google Shape;362;p11"/>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3" name="Google Shape;363;p11"/>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4" name="Google Shape;364;p11"/>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5" name="Google Shape;365;p11"/>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6" name="Google Shape;366;p11"/>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7" name="Google Shape;367;p11"/>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8" name="Google Shape;368;p11"/>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9" name="Google Shape;369;p11"/>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0" name="Google Shape;370;p11"/>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1" name="Google Shape;371;p11"/>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2" name="Google Shape;372;p11"/>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3" name="Google Shape;373;p11"/>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4" name="Google Shape;374;p11"/>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5" name="Google Shape;375;p11"/>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6" name="Google Shape;376;p11"/>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77" name="Google Shape;377;p11"/>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78" name="Google Shape;378;p11"/>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79" name="Google Shape;379;p11"/>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0" name="Google Shape;380;p11"/>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1" name="Google Shape;381;p11"/>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2" name="Google Shape;382;p11"/>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3" name="Google Shape;383;p11"/>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4" name="Google Shape;384;p11"/>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5" name="Google Shape;385;p11"/>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6" name="Google Shape;386;p11"/>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87" name="Google Shape;387;p11"/>
          <p:cNvGrpSpPr/>
          <p:nvPr/>
        </p:nvGrpSpPr>
        <p:grpSpPr>
          <a:xfrm>
            <a:off x="473650" y="274900"/>
            <a:ext cx="8349800" cy="4746124"/>
            <a:chOff x="473650" y="274900"/>
            <a:chExt cx="8349800" cy="4746124"/>
          </a:xfrm>
        </p:grpSpPr>
        <p:grpSp>
          <p:nvGrpSpPr>
            <p:cNvPr id="388" name="Google Shape;388;p11"/>
            <p:cNvGrpSpPr/>
            <p:nvPr/>
          </p:nvGrpSpPr>
          <p:grpSpPr>
            <a:xfrm>
              <a:off x="626050" y="427300"/>
              <a:ext cx="8197400" cy="4593724"/>
              <a:chOff x="-280802" y="20880"/>
              <a:chExt cx="10622522" cy="5952733"/>
            </a:xfrm>
          </p:grpSpPr>
          <p:sp>
            <p:nvSpPr>
              <p:cNvPr id="389" name="Google Shape;389;p11"/>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0" name="Google Shape;390;p11"/>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1" name="Google Shape;391;p11"/>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2" name="Google Shape;392;p11"/>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3" name="Google Shape;393;p11"/>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94" name="Google Shape;394;p11"/>
            <p:cNvGrpSpPr/>
            <p:nvPr/>
          </p:nvGrpSpPr>
          <p:grpSpPr>
            <a:xfrm>
              <a:off x="473650" y="274900"/>
              <a:ext cx="8197400" cy="4593724"/>
              <a:chOff x="-280802" y="20880"/>
              <a:chExt cx="10622522" cy="5952733"/>
            </a:xfrm>
          </p:grpSpPr>
          <p:sp>
            <p:nvSpPr>
              <p:cNvPr id="395" name="Google Shape;395;p11"/>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6" name="Google Shape;396;p11"/>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7" name="Google Shape;397;p11"/>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8" name="Google Shape;398;p11"/>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9" name="Google Shape;399;p11"/>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400" name="Google Shape;400;p11"/>
          <p:cNvSpPr txBox="1">
            <a:spLocks noGrp="1"/>
          </p:cNvSpPr>
          <p:nvPr>
            <p:ph type="title" hasCustomPrompt="1"/>
          </p:nvPr>
        </p:nvSpPr>
        <p:spPr>
          <a:xfrm>
            <a:off x="1880700" y="1752675"/>
            <a:ext cx="5382600" cy="15042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9600"/>
              <a:buNone/>
              <a:defRPr sz="4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01" name="Google Shape;401;p11"/>
          <p:cNvSpPr txBox="1">
            <a:spLocks noGrp="1"/>
          </p:cNvSpPr>
          <p:nvPr>
            <p:ph type="subTitle" idx="1"/>
          </p:nvPr>
        </p:nvSpPr>
        <p:spPr>
          <a:xfrm>
            <a:off x="1880700" y="3422100"/>
            <a:ext cx="5382600" cy="450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CUSTOM_29">
    <p:spTree>
      <p:nvGrpSpPr>
        <p:cNvPr id="1" name="Shape 447"/>
        <p:cNvGrpSpPr/>
        <p:nvPr/>
      </p:nvGrpSpPr>
      <p:grpSpPr>
        <a:xfrm>
          <a:off x="0" y="0"/>
          <a:ext cx="0" cy="0"/>
          <a:chOff x="0" y="0"/>
          <a:chExt cx="0" cy="0"/>
        </a:xfrm>
      </p:grpSpPr>
      <p:grpSp>
        <p:nvGrpSpPr>
          <p:cNvPr id="448" name="Google Shape;448;p14"/>
          <p:cNvGrpSpPr/>
          <p:nvPr/>
        </p:nvGrpSpPr>
        <p:grpSpPr>
          <a:xfrm>
            <a:off x="-199950" y="-327450"/>
            <a:ext cx="9543900" cy="5646000"/>
            <a:chOff x="-199950" y="-251250"/>
            <a:chExt cx="9543900" cy="5646000"/>
          </a:xfrm>
        </p:grpSpPr>
        <p:cxnSp>
          <p:nvCxnSpPr>
            <p:cNvPr id="449" name="Google Shape;449;p14"/>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0" name="Google Shape;450;p14"/>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1" name="Google Shape;451;p14"/>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2" name="Google Shape;452;p14"/>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3" name="Google Shape;453;p14"/>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4" name="Google Shape;454;p14"/>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5" name="Google Shape;455;p14"/>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6" name="Google Shape;456;p14"/>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7" name="Google Shape;457;p14"/>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8" name="Google Shape;458;p14"/>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59" name="Google Shape;459;p14"/>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0" name="Google Shape;460;p14"/>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1" name="Google Shape;461;p14"/>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2" name="Google Shape;462;p14"/>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3" name="Google Shape;463;p14"/>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64" name="Google Shape;464;p14"/>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5" name="Google Shape;465;p14"/>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6" name="Google Shape;466;p14"/>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7" name="Google Shape;467;p14"/>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8" name="Google Shape;468;p14"/>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69" name="Google Shape;469;p14"/>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0" name="Google Shape;470;p14"/>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1" name="Google Shape;471;p14"/>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2" name="Google Shape;472;p14"/>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3" name="Google Shape;473;p14"/>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474" name="Google Shape;474;p14"/>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475" name="Google Shape;475;p14"/>
          <p:cNvGrpSpPr/>
          <p:nvPr/>
        </p:nvGrpSpPr>
        <p:grpSpPr>
          <a:xfrm>
            <a:off x="473650" y="274900"/>
            <a:ext cx="8349800" cy="4746124"/>
            <a:chOff x="473650" y="274900"/>
            <a:chExt cx="8349800" cy="4746124"/>
          </a:xfrm>
        </p:grpSpPr>
        <p:grpSp>
          <p:nvGrpSpPr>
            <p:cNvPr id="476" name="Google Shape;476;p14"/>
            <p:cNvGrpSpPr/>
            <p:nvPr/>
          </p:nvGrpSpPr>
          <p:grpSpPr>
            <a:xfrm>
              <a:off x="626050" y="427300"/>
              <a:ext cx="8197400" cy="4593724"/>
              <a:chOff x="-280802" y="20880"/>
              <a:chExt cx="10622522" cy="5952733"/>
            </a:xfrm>
          </p:grpSpPr>
          <p:sp>
            <p:nvSpPr>
              <p:cNvPr id="477" name="Google Shape;477;p1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8" name="Google Shape;478;p1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9" name="Google Shape;479;p1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0" name="Google Shape;480;p1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1" name="Google Shape;481;p1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82" name="Google Shape;482;p14"/>
            <p:cNvGrpSpPr/>
            <p:nvPr/>
          </p:nvGrpSpPr>
          <p:grpSpPr>
            <a:xfrm>
              <a:off x="473650" y="274900"/>
              <a:ext cx="8197400" cy="4593724"/>
              <a:chOff x="-280802" y="20880"/>
              <a:chExt cx="10622522" cy="5952733"/>
            </a:xfrm>
          </p:grpSpPr>
          <p:sp>
            <p:nvSpPr>
              <p:cNvPr id="483" name="Google Shape;483;p1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4" name="Google Shape;484;p1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5" name="Google Shape;485;p1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6" name="Google Shape;486;p1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7" name="Google Shape;487;p1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488" name="Google Shape;488;p14"/>
          <p:cNvSpPr txBox="1">
            <a:spLocks noGrp="1"/>
          </p:cNvSpPr>
          <p:nvPr>
            <p:ph type="body" idx="1"/>
          </p:nvPr>
        </p:nvSpPr>
        <p:spPr>
          <a:xfrm>
            <a:off x="896875" y="1978550"/>
            <a:ext cx="3675600" cy="26256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Clr>
                <a:schemeClr val="accent2"/>
              </a:buClr>
              <a:buSzPts val="1600"/>
              <a:buFont typeface="Bitter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489" name="Google Shape;489;p14"/>
          <p:cNvSpPr txBox="1">
            <a:spLocks noGrp="1"/>
          </p:cNvSpPr>
          <p:nvPr>
            <p:ph type="body" idx="2"/>
          </p:nvPr>
        </p:nvSpPr>
        <p:spPr>
          <a:xfrm>
            <a:off x="4572419" y="1978550"/>
            <a:ext cx="3675600" cy="26256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Clr>
                <a:schemeClr val="accent2"/>
              </a:buClr>
              <a:buSzPts val="1600"/>
              <a:buChar char="●"/>
              <a:defRPr/>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
        <p:nvSpPr>
          <p:cNvPr id="490" name="Google Shape;490;p14"/>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491"/>
        <p:cNvGrpSpPr/>
        <p:nvPr/>
      </p:nvGrpSpPr>
      <p:grpSpPr>
        <a:xfrm>
          <a:off x="0" y="0"/>
          <a:ext cx="0" cy="0"/>
          <a:chOff x="0" y="0"/>
          <a:chExt cx="0" cy="0"/>
        </a:xfrm>
      </p:grpSpPr>
      <p:grpSp>
        <p:nvGrpSpPr>
          <p:cNvPr id="492" name="Google Shape;492;p15"/>
          <p:cNvGrpSpPr/>
          <p:nvPr/>
        </p:nvGrpSpPr>
        <p:grpSpPr>
          <a:xfrm>
            <a:off x="-199950" y="-327450"/>
            <a:ext cx="9543900" cy="5646000"/>
            <a:chOff x="-199950" y="-251250"/>
            <a:chExt cx="9543900" cy="5646000"/>
          </a:xfrm>
        </p:grpSpPr>
        <p:cxnSp>
          <p:nvCxnSpPr>
            <p:cNvPr id="493" name="Google Shape;493;p15"/>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4" name="Google Shape;494;p15"/>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5" name="Google Shape;495;p15"/>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6" name="Google Shape;496;p15"/>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7" name="Google Shape;497;p15"/>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8" name="Google Shape;498;p15"/>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499" name="Google Shape;499;p15"/>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0" name="Google Shape;500;p15"/>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1" name="Google Shape;501;p15"/>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2" name="Google Shape;502;p15"/>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3" name="Google Shape;503;p15"/>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4" name="Google Shape;504;p15"/>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5" name="Google Shape;505;p15"/>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6" name="Google Shape;506;p15"/>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7" name="Google Shape;507;p15"/>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08" name="Google Shape;508;p15"/>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09" name="Google Shape;509;p15"/>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0" name="Google Shape;510;p15"/>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1" name="Google Shape;511;p15"/>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2" name="Google Shape;512;p15"/>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3" name="Google Shape;513;p15"/>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4" name="Google Shape;514;p15"/>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5" name="Google Shape;515;p15"/>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6" name="Google Shape;516;p15"/>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7" name="Google Shape;517;p15"/>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18" name="Google Shape;518;p15"/>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519" name="Google Shape;519;p15"/>
          <p:cNvGrpSpPr/>
          <p:nvPr/>
        </p:nvGrpSpPr>
        <p:grpSpPr>
          <a:xfrm>
            <a:off x="473650" y="274900"/>
            <a:ext cx="8349800" cy="4746124"/>
            <a:chOff x="473650" y="274900"/>
            <a:chExt cx="8349800" cy="4746124"/>
          </a:xfrm>
        </p:grpSpPr>
        <p:grpSp>
          <p:nvGrpSpPr>
            <p:cNvPr id="520" name="Google Shape;520;p15"/>
            <p:cNvGrpSpPr/>
            <p:nvPr/>
          </p:nvGrpSpPr>
          <p:grpSpPr>
            <a:xfrm>
              <a:off x="626050" y="427300"/>
              <a:ext cx="8197400" cy="4593724"/>
              <a:chOff x="-280802" y="20880"/>
              <a:chExt cx="10622522" cy="5952733"/>
            </a:xfrm>
          </p:grpSpPr>
          <p:sp>
            <p:nvSpPr>
              <p:cNvPr id="521" name="Google Shape;521;p15"/>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2" name="Google Shape;522;p15"/>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3" name="Google Shape;523;p15"/>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4" name="Google Shape;524;p15"/>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5" name="Google Shape;525;p15"/>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26" name="Google Shape;526;p15"/>
            <p:cNvGrpSpPr/>
            <p:nvPr/>
          </p:nvGrpSpPr>
          <p:grpSpPr>
            <a:xfrm>
              <a:off x="473650" y="274900"/>
              <a:ext cx="8197400" cy="4593724"/>
              <a:chOff x="-280802" y="20880"/>
              <a:chExt cx="10622522" cy="5952733"/>
            </a:xfrm>
          </p:grpSpPr>
          <p:sp>
            <p:nvSpPr>
              <p:cNvPr id="527" name="Google Shape;527;p15"/>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8" name="Google Shape;528;p15"/>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9" name="Google Shape;529;p15"/>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30" name="Google Shape;530;p15"/>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31" name="Google Shape;531;p15"/>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532" name="Google Shape;532;p15"/>
          <p:cNvSpPr txBox="1">
            <a:spLocks noGrp="1"/>
          </p:cNvSpPr>
          <p:nvPr>
            <p:ph type="subTitle" idx="1"/>
          </p:nvPr>
        </p:nvSpPr>
        <p:spPr>
          <a:xfrm>
            <a:off x="896050" y="3513003"/>
            <a:ext cx="2193000" cy="8601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3" name="Google Shape;533;p15"/>
          <p:cNvSpPr txBox="1">
            <a:spLocks noGrp="1"/>
          </p:cNvSpPr>
          <p:nvPr>
            <p:ph type="subTitle" idx="2"/>
          </p:nvPr>
        </p:nvSpPr>
        <p:spPr>
          <a:xfrm>
            <a:off x="3475500" y="2889603"/>
            <a:ext cx="2193000" cy="8601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4" name="Google Shape;534;p15"/>
          <p:cNvSpPr txBox="1">
            <a:spLocks noGrp="1"/>
          </p:cNvSpPr>
          <p:nvPr>
            <p:ph type="subTitle" idx="3"/>
          </p:nvPr>
        </p:nvSpPr>
        <p:spPr>
          <a:xfrm>
            <a:off x="6054950" y="3513003"/>
            <a:ext cx="2193000" cy="8601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5" name="Google Shape;535;p15"/>
          <p:cNvSpPr txBox="1">
            <a:spLocks noGrp="1"/>
          </p:cNvSpPr>
          <p:nvPr>
            <p:ph type="subTitle" idx="4"/>
          </p:nvPr>
        </p:nvSpPr>
        <p:spPr>
          <a:xfrm>
            <a:off x="896050" y="3185475"/>
            <a:ext cx="2193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36" name="Google Shape;536;p15"/>
          <p:cNvSpPr txBox="1">
            <a:spLocks noGrp="1"/>
          </p:cNvSpPr>
          <p:nvPr>
            <p:ph type="subTitle" idx="5"/>
          </p:nvPr>
        </p:nvSpPr>
        <p:spPr>
          <a:xfrm>
            <a:off x="6054950" y="3185475"/>
            <a:ext cx="2193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37" name="Google Shape;537;p15"/>
          <p:cNvSpPr txBox="1">
            <a:spLocks noGrp="1"/>
          </p:cNvSpPr>
          <p:nvPr>
            <p:ph type="subTitle" idx="6"/>
          </p:nvPr>
        </p:nvSpPr>
        <p:spPr>
          <a:xfrm>
            <a:off x="3475500" y="2563000"/>
            <a:ext cx="2193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38" name="Google Shape;538;p15"/>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BLANK_1_1_1_1_2">
    <p:spTree>
      <p:nvGrpSpPr>
        <p:cNvPr id="1" name="Shape 539"/>
        <p:cNvGrpSpPr/>
        <p:nvPr/>
      </p:nvGrpSpPr>
      <p:grpSpPr>
        <a:xfrm>
          <a:off x="0" y="0"/>
          <a:ext cx="0" cy="0"/>
          <a:chOff x="0" y="0"/>
          <a:chExt cx="0" cy="0"/>
        </a:xfrm>
      </p:grpSpPr>
      <p:grpSp>
        <p:nvGrpSpPr>
          <p:cNvPr id="540" name="Google Shape;540;p16"/>
          <p:cNvGrpSpPr/>
          <p:nvPr/>
        </p:nvGrpSpPr>
        <p:grpSpPr>
          <a:xfrm>
            <a:off x="-199950" y="-327450"/>
            <a:ext cx="9543900" cy="5646000"/>
            <a:chOff x="-199950" y="-251250"/>
            <a:chExt cx="9543900" cy="5646000"/>
          </a:xfrm>
        </p:grpSpPr>
        <p:cxnSp>
          <p:nvCxnSpPr>
            <p:cNvPr id="541" name="Google Shape;541;p16"/>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2" name="Google Shape;542;p16"/>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3" name="Google Shape;543;p16"/>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4" name="Google Shape;544;p16"/>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5" name="Google Shape;545;p16"/>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6" name="Google Shape;546;p16"/>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7" name="Google Shape;547;p16"/>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8" name="Google Shape;548;p16"/>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9" name="Google Shape;549;p16"/>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0" name="Google Shape;550;p16"/>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1" name="Google Shape;551;p16"/>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2" name="Google Shape;552;p16"/>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3" name="Google Shape;553;p16"/>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4" name="Google Shape;554;p16"/>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5" name="Google Shape;555;p16"/>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6" name="Google Shape;556;p16"/>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7" name="Google Shape;557;p16"/>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8" name="Google Shape;558;p16"/>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9" name="Google Shape;559;p16"/>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0" name="Google Shape;560;p16"/>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1" name="Google Shape;561;p16"/>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2" name="Google Shape;562;p16"/>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3" name="Google Shape;563;p16"/>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4" name="Google Shape;564;p16"/>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5" name="Google Shape;565;p16"/>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6" name="Google Shape;566;p16"/>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567" name="Google Shape;567;p16"/>
          <p:cNvGrpSpPr/>
          <p:nvPr/>
        </p:nvGrpSpPr>
        <p:grpSpPr>
          <a:xfrm>
            <a:off x="473650" y="274900"/>
            <a:ext cx="8349800" cy="4746124"/>
            <a:chOff x="473650" y="274900"/>
            <a:chExt cx="8349800" cy="4746124"/>
          </a:xfrm>
        </p:grpSpPr>
        <p:grpSp>
          <p:nvGrpSpPr>
            <p:cNvPr id="568" name="Google Shape;568;p16"/>
            <p:cNvGrpSpPr/>
            <p:nvPr/>
          </p:nvGrpSpPr>
          <p:grpSpPr>
            <a:xfrm>
              <a:off x="626050" y="427300"/>
              <a:ext cx="8197400" cy="4593724"/>
              <a:chOff x="-280802" y="20880"/>
              <a:chExt cx="10622522" cy="5952733"/>
            </a:xfrm>
          </p:grpSpPr>
          <p:sp>
            <p:nvSpPr>
              <p:cNvPr id="569" name="Google Shape;569;p1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0" name="Google Shape;570;p1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1" name="Google Shape;571;p1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2" name="Google Shape;572;p1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3" name="Google Shape;573;p1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74" name="Google Shape;574;p16"/>
            <p:cNvGrpSpPr/>
            <p:nvPr/>
          </p:nvGrpSpPr>
          <p:grpSpPr>
            <a:xfrm>
              <a:off x="473650" y="274900"/>
              <a:ext cx="8197400" cy="4593724"/>
              <a:chOff x="-280802" y="20880"/>
              <a:chExt cx="10622522" cy="5952733"/>
            </a:xfrm>
          </p:grpSpPr>
          <p:sp>
            <p:nvSpPr>
              <p:cNvPr id="575" name="Google Shape;575;p1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6" name="Google Shape;576;p1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7" name="Google Shape;577;p1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8" name="Google Shape;578;p1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9" name="Google Shape;579;p1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580" name="Google Shape;580;p16"/>
          <p:cNvSpPr txBox="1">
            <a:spLocks noGrp="1"/>
          </p:cNvSpPr>
          <p:nvPr>
            <p:ph type="subTitle" idx="1"/>
          </p:nvPr>
        </p:nvSpPr>
        <p:spPr>
          <a:xfrm>
            <a:off x="1908800" y="249642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1" name="Google Shape;581;p16"/>
          <p:cNvSpPr txBox="1">
            <a:spLocks noGrp="1"/>
          </p:cNvSpPr>
          <p:nvPr>
            <p:ph type="subTitle" idx="2"/>
          </p:nvPr>
        </p:nvSpPr>
        <p:spPr>
          <a:xfrm>
            <a:off x="5687849" y="249642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2" name="Google Shape;582;p16"/>
          <p:cNvSpPr txBox="1">
            <a:spLocks noGrp="1"/>
          </p:cNvSpPr>
          <p:nvPr>
            <p:ph type="subTitle" idx="3"/>
          </p:nvPr>
        </p:nvSpPr>
        <p:spPr>
          <a:xfrm>
            <a:off x="1908800" y="386167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3" name="Google Shape;583;p16"/>
          <p:cNvSpPr txBox="1">
            <a:spLocks noGrp="1"/>
          </p:cNvSpPr>
          <p:nvPr>
            <p:ph type="subTitle" idx="4"/>
          </p:nvPr>
        </p:nvSpPr>
        <p:spPr>
          <a:xfrm>
            <a:off x="5687849" y="386167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4" name="Google Shape;584;p16"/>
          <p:cNvSpPr txBox="1">
            <a:spLocks noGrp="1"/>
          </p:cNvSpPr>
          <p:nvPr>
            <p:ph type="title" hasCustomPrompt="1"/>
          </p:nvPr>
        </p:nvSpPr>
        <p:spPr>
          <a:xfrm>
            <a:off x="1074761" y="1987721"/>
            <a:ext cx="7335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5" name="Google Shape;585;p16"/>
          <p:cNvSpPr txBox="1">
            <a:spLocks noGrp="1"/>
          </p:cNvSpPr>
          <p:nvPr>
            <p:ph type="title" idx="5" hasCustomPrompt="1"/>
          </p:nvPr>
        </p:nvSpPr>
        <p:spPr>
          <a:xfrm>
            <a:off x="1074761" y="3351821"/>
            <a:ext cx="7314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6" name="Google Shape;586;p16"/>
          <p:cNvSpPr txBox="1">
            <a:spLocks noGrp="1"/>
          </p:cNvSpPr>
          <p:nvPr>
            <p:ph type="title" idx="6" hasCustomPrompt="1"/>
          </p:nvPr>
        </p:nvSpPr>
        <p:spPr>
          <a:xfrm>
            <a:off x="4853776" y="1988358"/>
            <a:ext cx="731400" cy="4464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7" name="Google Shape;587;p16"/>
          <p:cNvSpPr txBox="1">
            <a:spLocks noGrp="1"/>
          </p:cNvSpPr>
          <p:nvPr>
            <p:ph type="title" idx="7" hasCustomPrompt="1"/>
          </p:nvPr>
        </p:nvSpPr>
        <p:spPr>
          <a:xfrm>
            <a:off x="4853776" y="3351822"/>
            <a:ext cx="7314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8" name="Google Shape;588;p16"/>
          <p:cNvSpPr txBox="1">
            <a:spLocks noGrp="1"/>
          </p:cNvSpPr>
          <p:nvPr>
            <p:ph type="subTitle" idx="8"/>
          </p:nvPr>
        </p:nvSpPr>
        <p:spPr>
          <a:xfrm>
            <a:off x="1908800" y="1856989"/>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89" name="Google Shape;589;p16"/>
          <p:cNvSpPr txBox="1">
            <a:spLocks noGrp="1"/>
          </p:cNvSpPr>
          <p:nvPr>
            <p:ph type="subTitle" idx="9"/>
          </p:nvPr>
        </p:nvSpPr>
        <p:spPr>
          <a:xfrm>
            <a:off x="1908800" y="3222339"/>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0" name="Google Shape;590;p16"/>
          <p:cNvSpPr txBox="1">
            <a:spLocks noGrp="1"/>
          </p:cNvSpPr>
          <p:nvPr>
            <p:ph type="subTitle" idx="13"/>
          </p:nvPr>
        </p:nvSpPr>
        <p:spPr>
          <a:xfrm>
            <a:off x="5687849" y="1856989"/>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1" name="Google Shape;591;p16"/>
          <p:cNvSpPr txBox="1">
            <a:spLocks noGrp="1"/>
          </p:cNvSpPr>
          <p:nvPr>
            <p:ph type="subTitle" idx="14"/>
          </p:nvPr>
        </p:nvSpPr>
        <p:spPr>
          <a:xfrm>
            <a:off x="5687849" y="3222336"/>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2" name="Google Shape;592;p16"/>
          <p:cNvSpPr txBox="1">
            <a:spLocks noGrp="1"/>
          </p:cNvSpPr>
          <p:nvPr>
            <p:ph type="title" idx="15"/>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684"/>
        <p:cNvGrpSpPr/>
        <p:nvPr/>
      </p:nvGrpSpPr>
      <p:grpSpPr>
        <a:xfrm>
          <a:off x="0" y="0"/>
          <a:ext cx="0" cy="0"/>
          <a:chOff x="0" y="0"/>
          <a:chExt cx="0" cy="0"/>
        </a:xfrm>
      </p:grpSpPr>
      <p:grpSp>
        <p:nvGrpSpPr>
          <p:cNvPr id="685" name="Google Shape;685;p19"/>
          <p:cNvGrpSpPr/>
          <p:nvPr/>
        </p:nvGrpSpPr>
        <p:grpSpPr>
          <a:xfrm>
            <a:off x="-199950" y="-327450"/>
            <a:ext cx="9543900" cy="5646000"/>
            <a:chOff x="-199950" y="-251250"/>
            <a:chExt cx="9543900" cy="5646000"/>
          </a:xfrm>
        </p:grpSpPr>
        <p:cxnSp>
          <p:nvCxnSpPr>
            <p:cNvPr id="686" name="Google Shape;686;p19"/>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7" name="Google Shape;687;p19"/>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8" name="Google Shape;688;p19"/>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9" name="Google Shape;689;p19"/>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0" name="Google Shape;690;p19"/>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1" name="Google Shape;691;p19"/>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2" name="Google Shape;692;p19"/>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3" name="Google Shape;693;p19"/>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4" name="Google Shape;694;p19"/>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5" name="Google Shape;695;p19"/>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6" name="Google Shape;696;p19"/>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7" name="Google Shape;697;p19"/>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8" name="Google Shape;698;p19"/>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9" name="Google Shape;699;p19"/>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00" name="Google Shape;700;p19"/>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01" name="Google Shape;701;p19"/>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2" name="Google Shape;702;p19"/>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3" name="Google Shape;703;p19"/>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4" name="Google Shape;704;p19"/>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5" name="Google Shape;705;p19"/>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6" name="Google Shape;706;p19"/>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7" name="Google Shape;707;p19"/>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8" name="Google Shape;708;p19"/>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9" name="Google Shape;709;p19"/>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0" name="Google Shape;710;p19"/>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1" name="Google Shape;711;p19"/>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712" name="Google Shape;712;p19"/>
          <p:cNvGrpSpPr/>
          <p:nvPr/>
        </p:nvGrpSpPr>
        <p:grpSpPr>
          <a:xfrm>
            <a:off x="473650" y="274900"/>
            <a:ext cx="8349800" cy="4746124"/>
            <a:chOff x="473650" y="274900"/>
            <a:chExt cx="8349800" cy="4746124"/>
          </a:xfrm>
        </p:grpSpPr>
        <p:grpSp>
          <p:nvGrpSpPr>
            <p:cNvPr id="713" name="Google Shape;713;p19"/>
            <p:cNvGrpSpPr/>
            <p:nvPr/>
          </p:nvGrpSpPr>
          <p:grpSpPr>
            <a:xfrm>
              <a:off x="626050" y="427300"/>
              <a:ext cx="8197400" cy="4593724"/>
              <a:chOff x="-280802" y="20880"/>
              <a:chExt cx="10622522" cy="5952733"/>
            </a:xfrm>
          </p:grpSpPr>
          <p:sp>
            <p:nvSpPr>
              <p:cNvPr id="714" name="Google Shape;714;p1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5" name="Google Shape;715;p1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6" name="Google Shape;716;p1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7" name="Google Shape;717;p1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8" name="Google Shape;718;p1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19" name="Google Shape;719;p19"/>
            <p:cNvGrpSpPr/>
            <p:nvPr/>
          </p:nvGrpSpPr>
          <p:grpSpPr>
            <a:xfrm>
              <a:off x="473650" y="274900"/>
              <a:ext cx="8197400" cy="4593724"/>
              <a:chOff x="-280802" y="20880"/>
              <a:chExt cx="10622522" cy="5952733"/>
            </a:xfrm>
          </p:grpSpPr>
          <p:sp>
            <p:nvSpPr>
              <p:cNvPr id="720" name="Google Shape;720;p1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1" name="Google Shape;721;p1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2" name="Google Shape;722;p1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3" name="Google Shape;723;p1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4" name="Google Shape;724;p1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725" name="Google Shape;725;p19"/>
          <p:cNvGrpSpPr/>
          <p:nvPr/>
        </p:nvGrpSpPr>
        <p:grpSpPr>
          <a:xfrm>
            <a:off x="7359430" y="819685"/>
            <a:ext cx="1132714" cy="1645290"/>
            <a:chOff x="7359430" y="819685"/>
            <a:chExt cx="1132714" cy="1645290"/>
          </a:xfrm>
        </p:grpSpPr>
        <p:sp>
          <p:nvSpPr>
            <p:cNvPr id="726" name="Google Shape;726;p19"/>
            <p:cNvSpPr/>
            <p:nvPr/>
          </p:nvSpPr>
          <p:spPr>
            <a:xfrm rot="3600003">
              <a:off x="7508612" y="974409"/>
              <a:ext cx="834351" cy="826229"/>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7" name="Google Shape;727;p19"/>
            <p:cNvSpPr/>
            <p:nvPr/>
          </p:nvSpPr>
          <p:spPr>
            <a:xfrm rot="3600020">
              <a:off x="7893347" y="1918241"/>
              <a:ext cx="465027" cy="460495"/>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1pPr>
            <a:lvl2pPr lvl="1"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2pPr>
            <a:lvl3pPr lvl="2"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3pPr>
            <a:lvl4pPr lvl="3"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4pPr>
            <a:lvl5pPr lvl="4"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5pPr>
            <a:lvl6pPr lvl="5"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6pPr>
            <a:lvl7pPr lvl="6"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7pPr>
            <a:lvl8pPr lvl="7"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8pPr>
            <a:lvl9pPr lvl="8"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60" r:id="rId10"/>
    <p:sldLayoutId id="2147483661" r:id="rId11"/>
    <p:sldLayoutId id="2147483662" r:id="rId12"/>
    <p:sldLayoutId id="2147483665"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24"/>
          <p:cNvSpPr txBox="1">
            <a:spLocks noGrp="1"/>
          </p:cNvSpPr>
          <p:nvPr>
            <p:ph type="ctrTitle"/>
          </p:nvPr>
        </p:nvSpPr>
        <p:spPr>
          <a:xfrm>
            <a:off x="1814850" y="1633725"/>
            <a:ext cx="5514300" cy="2000100"/>
          </a:xfrm>
          <a:prstGeom prst="rect">
            <a:avLst/>
          </a:prstGeom>
        </p:spPr>
        <p:txBody>
          <a:bodyPr spcFirstLastPara="1" wrap="square" lIns="91425" tIns="91425" rIns="91425" bIns="91425" anchor="ctr" anchorCtr="0">
            <a:noAutofit/>
          </a:bodyPr>
          <a:lstStyle/>
          <a:p>
            <a:pPr lvl="0"/>
            <a:r>
              <a:rPr lang="en-IN" sz="4000" dirty="0" err="1"/>
              <a:t>ScreenSense:Kids</a:t>
            </a:r>
            <a:r>
              <a:rPr lang="en-IN" sz="4000" dirty="0"/>
              <a:t>’ Screentime Visualization</a:t>
            </a:r>
            <a:endParaRPr sz="4000" dirty="0"/>
          </a:p>
        </p:txBody>
      </p:sp>
      <p:sp>
        <p:nvSpPr>
          <p:cNvPr id="786" name="Google Shape;786;p24"/>
          <p:cNvSpPr txBox="1">
            <a:spLocks noGrp="1"/>
          </p:cNvSpPr>
          <p:nvPr>
            <p:ph type="subTitle" idx="1"/>
          </p:nvPr>
        </p:nvSpPr>
        <p:spPr>
          <a:xfrm>
            <a:off x="2301625" y="3686200"/>
            <a:ext cx="4540800" cy="62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Done By : Devarasi Bhavani</a:t>
            </a:r>
          </a:p>
          <a:p>
            <a:pPr marL="0" lvl="0" indent="0" algn="ctr" rtl="0">
              <a:spcBef>
                <a:spcPts val="0"/>
              </a:spcBef>
              <a:spcAft>
                <a:spcPts val="0"/>
              </a:spcAft>
              <a:buNone/>
            </a:pPr>
            <a:r>
              <a:rPr lang="en-IN" dirty="0"/>
              <a:t>Duration</a:t>
            </a:r>
            <a:r>
              <a:rPr lang="en-IN" b="1" dirty="0"/>
              <a:t> :</a:t>
            </a:r>
            <a:r>
              <a:rPr lang="en-IN" dirty="0"/>
              <a:t> 8 Weeks</a:t>
            </a:r>
            <a:endParaRPr dirty="0"/>
          </a:p>
        </p:txBody>
      </p:sp>
      <p:grpSp>
        <p:nvGrpSpPr>
          <p:cNvPr id="787" name="Google Shape;787;p24"/>
          <p:cNvGrpSpPr/>
          <p:nvPr/>
        </p:nvGrpSpPr>
        <p:grpSpPr>
          <a:xfrm>
            <a:off x="139544" y="-233231"/>
            <a:ext cx="8897898" cy="5075960"/>
            <a:chOff x="139544" y="-233231"/>
            <a:chExt cx="8897898" cy="5075960"/>
          </a:xfrm>
        </p:grpSpPr>
        <p:grpSp>
          <p:nvGrpSpPr>
            <p:cNvPr id="788" name="Google Shape;788;p24"/>
            <p:cNvGrpSpPr/>
            <p:nvPr/>
          </p:nvGrpSpPr>
          <p:grpSpPr>
            <a:xfrm>
              <a:off x="7825041" y="2013301"/>
              <a:ext cx="1212401" cy="1240945"/>
              <a:chOff x="8264880" y="1119240"/>
              <a:chExt cx="1865520" cy="1909440"/>
            </a:xfrm>
          </p:grpSpPr>
          <p:sp>
            <p:nvSpPr>
              <p:cNvPr id="789" name="Google Shape;789;p24"/>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0" name="Google Shape;790;p24"/>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1" name="Google Shape;791;p24"/>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2" name="Google Shape;792;p24"/>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93" name="Google Shape;793;p24"/>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4" name="Google Shape;794;p24"/>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95" name="Google Shape;795;p24"/>
            <p:cNvGrpSpPr/>
            <p:nvPr/>
          </p:nvGrpSpPr>
          <p:grpSpPr>
            <a:xfrm rot="-899905">
              <a:off x="299513" y="3421758"/>
              <a:ext cx="795061" cy="1340934"/>
              <a:chOff x="6814440" y="1026720"/>
              <a:chExt cx="1223280" cy="2063160"/>
            </a:xfrm>
          </p:grpSpPr>
          <p:sp>
            <p:nvSpPr>
              <p:cNvPr id="796" name="Google Shape;796;p24"/>
              <p:cNvSpPr/>
              <p:nvPr/>
            </p:nvSpPr>
            <p:spPr>
              <a:xfrm>
                <a:off x="6814440" y="1026720"/>
                <a:ext cx="1223280" cy="1574640"/>
              </a:xfrm>
              <a:custGeom>
                <a:avLst/>
                <a:gdLst/>
                <a:ahLst/>
                <a:cxnLst/>
                <a:rect l="l" t="t" r="r" b="b"/>
                <a:pathLst>
                  <a:path w="3398" h="4374" extrusionOk="0">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7" name="Google Shape;797;p24"/>
              <p:cNvSpPr/>
              <p:nvPr/>
            </p:nvSpPr>
            <p:spPr>
              <a:xfrm>
                <a:off x="7145280" y="2540880"/>
                <a:ext cx="576720" cy="412560"/>
              </a:xfrm>
              <a:custGeom>
                <a:avLst/>
                <a:gdLst/>
                <a:ahLst/>
                <a:cxnLst/>
                <a:rect l="l" t="t" r="r" b="b"/>
                <a:pathLst>
                  <a:path w="1602" h="1146" extrusionOk="0">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98" name="Google Shape;798;p24"/>
              <p:cNvSpPr/>
              <p:nvPr/>
            </p:nvSpPr>
            <p:spPr>
              <a:xfrm>
                <a:off x="7115040" y="1859400"/>
                <a:ext cx="583200" cy="661320"/>
              </a:xfrm>
              <a:custGeom>
                <a:avLst/>
                <a:gdLst/>
                <a:ahLst/>
                <a:cxnLst/>
                <a:rect l="l" t="t" r="r" b="b"/>
                <a:pathLst>
                  <a:path w="1620" h="1837" extrusionOk="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99" name="Google Shape;799;p24"/>
              <p:cNvSpPr/>
              <p:nvPr/>
            </p:nvSpPr>
            <p:spPr>
              <a:xfrm>
                <a:off x="7079040" y="2500560"/>
                <a:ext cx="709560" cy="73800"/>
              </a:xfrm>
              <a:custGeom>
                <a:avLst/>
                <a:gdLst/>
                <a:ahLst/>
                <a:cxnLst/>
                <a:rect l="l" t="t" r="r" b="b"/>
                <a:pathLst>
                  <a:path w="1971" h="205" extrusionOk="0">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800" rIns="90000" bIns="28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0" name="Google Shape;800;p24"/>
              <p:cNvSpPr/>
              <p:nvPr/>
            </p:nvSpPr>
            <p:spPr>
              <a:xfrm>
                <a:off x="7079040" y="2613600"/>
                <a:ext cx="709560" cy="73440"/>
              </a:xfrm>
              <a:custGeom>
                <a:avLst/>
                <a:gdLst/>
                <a:ahLst/>
                <a:cxnLst/>
                <a:rect l="l" t="t" r="r" b="b"/>
                <a:pathLst>
                  <a:path w="1971" h="204" extrusionOk="0">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1" name="Google Shape;801;p24"/>
              <p:cNvSpPr/>
              <p:nvPr/>
            </p:nvSpPr>
            <p:spPr>
              <a:xfrm>
                <a:off x="7079040" y="2726640"/>
                <a:ext cx="709560" cy="73440"/>
              </a:xfrm>
              <a:custGeom>
                <a:avLst/>
                <a:gdLst/>
                <a:ahLst/>
                <a:cxnLst/>
                <a:rect l="l" t="t" r="r" b="b"/>
                <a:pathLst>
                  <a:path w="1971" h="204" extrusionOk="0">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2" name="Google Shape;802;p24"/>
              <p:cNvSpPr/>
              <p:nvPr/>
            </p:nvSpPr>
            <p:spPr>
              <a:xfrm>
                <a:off x="7299000" y="2953440"/>
                <a:ext cx="269280" cy="136440"/>
              </a:xfrm>
              <a:custGeom>
                <a:avLst/>
                <a:gdLst/>
                <a:ahLst/>
                <a:cxnLst/>
                <a:rect l="l" t="t" r="r" b="b"/>
                <a:pathLst>
                  <a:path w="748" h="379" extrusionOk="0">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803" name="Google Shape;803;p24"/>
            <p:cNvGrpSpPr/>
            <p:nvPr/>
          </p:nvGrpSpPr>
          <p:grpSpPr>
            <a:xfrm>
              <a:off x="3704573" y="-233231"/>
              <a:ext cx="1408745" cy="850581"/>
              <a:chOff x="3704573" y="-233231"/>
              <a:chExt cx="1408745" cy="850581"/>
            </a:xfrm>
          </p:grpSpPr>
          <p:sp>
            <p:nvSpPr>
              <p:cNvPr id="804" name="Google Shape;804;p24"/>
              <p:cNvSpPr/>
              <p:nvPr/>
            </p:nvSpPr>
            <p:spPr>
              <a:xfrm>
                <a:off x="3704573" y="-233231"/>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5" name="Google Shape;805;p24"/>
              <p:cNvSpPr/>
              <p:nvPr/>
            </p:nvSpPr>
            <p:spPr>
              <a:xfrm>
                <a:off x="4648285" y="156849"/>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38"/>
          <p:cNvSpPr txBox="1">
            <a:spLocks noGrp="1"/>
          </p:cNvSpPr>
          <p:nvPr>
            <p:ph type="title"/>
          </p:nvPr>
        </p:nvSpPr>
        <p:spPr>
          <a:xfrm>
            <a:off x="2337900" y="856609"/>
            <a:ext cx="4212802" cy="6307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Project Overview</a:t>
            </a:r>
            <a:endParaRPr sz="2400" dirty="0"/>
          </a:p>
        </p:txBody>
      </p:sp>
      <p:sp>
        <p:nvSpPr>
          <p:cNvPr id="1301" name="Google Shape;1301;p38"/>
          <p:cNvSpPr txBox="1">
            <a:spLocks noGrp="1"/>
          </p:cNvSpPr>
          <p:nvPr>
            <p:ph type="subTitle" idx="1"/>
          </p:nvPr>
        </p:nvSpPr>
        <p:spPr>
          <a:xfrm>
            <a:off x="1880700" y="1896256"/>
            <a:ext cx="5382600" cy="1975844"/>
          </a:xfrm>
          <a:prstGeom prst="rect">
            <a:avLst/>
          </a:prstGeom>
        </p:spPr>
        <p:txBody>
          <a:bodyPr spcFirstLastPara="1" wrap="square" lIns="91425" tIns="91425" rIns="91425" bIns="91425" anchor="t" anchorCtr="0">
            <a:noAutofit/>
          </a:bodyPr>
          <a:lstStyle/>
          <a:p>
            <a:pPr marL="0" lvl="0" indent="0" algn="just"/>
            <a:r>
              <a:rPr lang="en-US" dirty="0"/>
              <a:t>This project analyzes kids' screentime data to identify patterns based on age, gender, location, device usage, and weekday/weekend behavior. The dataset is cleaned, processed, and visualized using charts, comparisons, and heatmaps. The goal is to uncover meaningful insights that help parents, teachers, and policymakers understand digital habits and promote healthier screen-time routines.</a:t>
            </a:r>
            <a:endParaRPr dirty="0"/>
          </a:p>
        </p:txBody>
      </p:sp>
      <p:grpSp>
        <p:nvGrpSpPr>
          <p:cNvPr id="1302" name="Google Shape;1302;p38"/>
          <p:cNvGrpSpPr/>
          <p:nvPr/>
        </p:nvGrpSpPr>
        <p:grpSpPr>
          <a:xfrm>
            <a:off x="896391" y="806294"/>
            <a:ext cx="7307577" cy="1286731"/>
            <a:chOff x="896391" y="927919"/>
            <a:chExt cx="7307577" cy="1286731"/>
          </a:xfrm>
        </p:grpSpPr>
        <p:grpSp>
          <p:nvGrpSpPr>
            <p:cNvPr id="1303" name="Google Shape;1303;p38"/>
            <p:cNvGrpSpPr/>
            <p:nvPr/>
          </p:nvGrpSpPr>
          <p:grpSpPr>
            <a:xfrm>
              <a:off x="7029323" y="927919"/>
              <a:ext cx="1174645" cy="1286731"/>
              <a:chOff x="7029323" y="927919"/>
              <a:chExt cx="1174645" cy="1286731"/>
            </a:xfrm>
          </p:grpSpPr>
          <p:sp>
            <p:nvSpPr>
              <p:cNvPr id="1304" name="Google Shape;1304;p38"/>
              <p:cNvSpPr/>
              <p:nvPr/>
            </p:nvSpPr>
            <p:spPr>
              <a:xfrm>
                <a:off x="7029323" y="927919"/>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5" name="Google Shape;1305;p38"/>
              <p:cNvSpPr/>
              <p:nvPr/>
            </p:nvSpPr>
            <p:spPr>
              <a:xfrm>
                <a:off x="7738935" y="1754149"/>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07" name="Google Shape;1307;p38"/>
            <p:cNvGrpSpPr/>
            <p:nvPr/>
          </p:nvGrpSpPr>
          <p:grpSpPr>
            <a:xfrm flipH="1">
              <a:off x="896391" y="927926"/>
              <a:ext cx="1212401" cy="1240945"/>
              <a:chOff x="8264880" y="1119240"/>
              <a:chExt cx="1865520" cy="1909440"/>
            </a:xfrm>
          </p:grpSpPr>
          <p:sp>
            <p:nvSpPr>
              <p:cNvPr id="1308" name="Google Shape;1308;p38"/>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9" name="Google Shape;1309;p38"/>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0" name="Google Shape;1310;p38"/>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1" name="Google Shape;1311;p38"/>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12" name="Google Shape;1312;p38"/>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3" name="Google Shape;1313;p38"/>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25"/>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Contents of this template</a:t>
            </a:r>
            <a:endParaRPr dirty="0"/>
          </a:p>
        </p:txBody>
      </p:sp>
      <p:pic>
        <p:nvPicPr>
          <p:cNvPr id="5" name="Picture 4">
            <a:extLst>
              <a:ext uri="{FF2B5EF4-FFF2-40B4-BE49-F238E27FC236}">
                <a16:creationId xmlns:a16="http://schemas.microsoft.com/office/drawing/2014/main" id="{5D07FEF6-6BC2-F1D0-8D2A-855AFAEAEF8A}"/>
              </a:ext>
            </a:extLst>
          </p:cNvPr>
          <p:cNvPicPr>
            <a:picLocks noChangeAspect="1"/>
          </p:cNvPicPr>
          <p:nvPr/>
        </p:nvPicPr>
        <p:blipFill>
          <a:blip r:embed="rId3"/>
          <a:stretch>
            <a:fillRect/>
          </a:stretch>
        </p:blipFill>
        <p:spPr>
          <a:xfrm>
            <a:off x="1523736" y="857101"/>
            <a:ext cx="6096528" cy="342929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26"/>
          <p:cNvSpPr txBox="1">
            <a:spLocks noGrp="1"/>
          </p:cNvSpPr>
          <p:nvPr>
            <p:ph type="title" idx="15"/>
          </p:nvPr>
        </p:nvSpPr>
        <p:spPr>
          <a:xfrm>
            <a:off x="896750" y="941350"/>
            <a:ext cx="6594296" cy="359912"/>
          </a:xfrm>
          <a:prstGeom prst="rect">
            <a:avLst/>
          </a:prstGeom>
        </p:spPr>
        <p:txBody>
          <a:bodyPr spcFirstLastPara="1" wrap="square" lIns="91425" tIns="91425" rIns="91425" bIns="91425" anchor="t" anchorCtr="0">
            <a:noAutofit/>
          </a:bodyPr>
          <a:lstStyle/>
          <a:p>
            <a:pPr lvl="0" algn="just"/>
            <a:r>
              <a:rPr lang="en-US" sz="2000" dirty="0"/>
              <a:t>Week 1: Project Initialization &amp; Dataset Setup</a:t>
            </a:r>
            <a:endParaRPr sz="2000" dirty="0"/>
          </a:p>
        </p:txBody>
      </p:sp>
      <p:sp>
        <p:nvSpPr>
          <p:cNvPr id="821" name="Google Shape;821;p26"/>
          <p:cNvSpPr txBox="1">
            <a:spLocks noGrp="1"/>
          </p:cNvSpPr>
          <p:nvPr>
            <p:ph type="subTitle" idx="1"/>
          </p:nvPr>
        </p:nvSpPr>
        <p:spPr>
          <a:xfrm>
            <a:off x="896751" y="1556238"/>
            <a:ext cx="3895057" cy="3288323"/>
          </a:xfrm>
          <a:prstGeom prst="rect">
            <a:avLst/>
          </a:prstGeom>
        </p:spPr>
        <p:txBody>
          <a:bodyPr spcFirstLastPara="1" wrap="square" lIns="91425" tIns="91425" rIns="91425" bIns="91425" anchor="t" anchorCtr="0">
            <a:noAutofit/>
          </a:bodyPr>
          <a:lstStyle/>
          <a:p>
            <a:r>
              <a:rPr lang="en-IN" b="1" dirty="0"/>
              <a:t>W</a:t>
            </a:r>
            <a:r>
              <a:rPr lang="en" b="1" dirty="0"/>
              <a:t>hat to do</a:t>
            </a:r>
            <a:r>
              <a:rPr lang="en-IN" b="1" dirty="0"/>
              <a:t>:</a:t>
            </a:r>
            <a:endParaRPr lang="en-IN" dirty="0"/>
          </a:p>
          <a:p>
            <a:r>
              <a:rPr lang="en-IN" dirty="0"/>
              <a:t>Define analysis goals &amp; workflow</a:t>
            </a:r>
          </a:p>
          <a:p>
            <a:r>
              <a:rPr lang="en-IN" dirty="0"/>
              <a:t>Import dataset into </a:t>
            </a:r>
            <a:r>
              <a:rPr lang="en-IN" dirty="0" err="1"/>
              <a:t>Jupyter</a:t>
            </a:r>
            <a:r>
              <a:rPr lang="en-IN" dirty="0"/>
              <a:t> Notebook</a:t>
            </a:r>
          </a:p>
          <a:p>
            <a:r>
              <a:rPr lang="en-IN" dirty="0"/>
              <a:t>Understand schema: columns, data types, size</a:t>
            </a:r>
          </a:p>
          <a:p>
            <a:r>
              <a:rPr lang="en-IN" dirty="0"/>
              <a:t>Detect missing values &amp; anomalies</a:t>
            </a:r>
          </a:p>
          <a:p>
            <a:r>
              <a:rPr lang="en-IN" dirty="0"/>
              <a:t>Record initial assumptions, data quality issues</a:t>
            </a:r>
          </a:p>
          <a:p>
            <a:r>
              <a:rPr lang="en-IN" b="1" dirty="0"/>
              <a:t>Output:</a:t>
            </a:r>
            <a:endParaRPr lang="en-IN" dirty="0"/>
          </a:p>
          <a:p>
            <a:r>
              <a:rPr lang="en-IN" dirty="0"/>
              <a:t>Dataset loaded and reviewed</a:t>
            </a:r>
          </a:p>
          <a:p>
            <a:r>
              <a:rPr lang="en-IN" dirty="0"/>
              <a:t>Initial data quality notes</a:t>
            </a:r>
          </a:p>
          <a:p>
            <a:r>
              <a:rPr lang="en-IN" dirty="0"/>
              <a:t>Found missing Values</a:t>
            </a:r>
          </a:p>
          <a:p>
            <a:pPr marL="0" lvl="0" indent="0" algn="l" rtl="0">
              <a:spcBef>
                <a:spcPts val="0"/>
              </a:spcBef>
              <a:spcAft>
                <a:spcPts val="0"/>
              </a:spcAft>
              <a:buNone/>
            </a:pPr>
            <a:endParaRPr dirty="0"/>
          </a:p>
        </p:txBody>
      </p:sp>
      <p:sp>
        <p:nvSpPr>
          <p:cNvPr id="833" name="Google Shape;833;p26"/>
          <p:cNvSpPr/>
          <p:nvPr/>
        </p:nvSpPr>
        <p:spPr>
          <a:xfrm>
            <a:off x="102732" y="4469331"/>
            <a:ext cx="731396" cy="674169"/>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pic>
        <p:nvPicPr>
          <p:cNvPr id="26" name="Picture 25">
            <a:extLst>
              <a:ext uri="{FF2B5EF4-FFF2-40B4-BE49-F238E27FC236}">
                <a16:creationId xmlns:a16="http://schemas.microsoft.com/office/drawing/2014/main" id="{C681F1B5-9C89-1BE1-D23E-357072F2EF94}"/>
              </a:ext>
            </a:extLst>
          </p:cNvPr>
          <p:cNvPicPr>
            <a:picLocks noChangeAspect="1"/>
          </p:cNvPicPr>
          <p:nvPr/>
        </p:nvPicPr>
        <p:blipFill>
          <a:blip r:embed="rId3"/>
          <a:srcRect/>
          <a:stretch/>
        </p:blipFill>
        <p:spPr>
          <a:xfrm>
            <a:off x="4854431" y="2016220"/>
            <a:ext cx="3498261" cy="18632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27"/>
          <p:cNvSpPr txBox="1">
            <a:spLocks noGrp="1"/>
          </p:cNvSpPr>
          <p:nvPr>
            <p:ph type="subTitle" idx="1"/>
          </p:nvPr>
        </p:nvSpPr>
        <p:spPr>
          <a:xfrm>
            <a:off x="720969" y="1626640"/>
            <a:ext cx="4387362" cy="2843190"/>
          </a:xfrm>
          <a:prstGeom prst="rect">
            <a:avLst/>
          </a:prstGeom>
        </p:spPr>
        <p:txBody>
          <a:bodyPr spcFirstLastPara="1" wrap="square" lIns="91425" tIns="91425" rIns="91425" bIns="91425" anchor="t" anchorCtr="0">
            <a:noAutofit/>
          </a:bodyPr>
          <a:lstStyle/>
          <a:p>
            <a:pPr algn="l"/>
            <a:r>
              <a:rPr lang="en-IN" sz="1200" b="1" dirty="0"/>
              <a:t>Tasks Performed:</a:t>
            </a:r>
            <a:endParaRPr lang="en-IN" sz="1200" dirty="0"/>
          </a:p>
          <a:p>
            <a:pPr marL="139700" indent="0" algn="l"/>
            <a:r>
              <a:rPr lang="en-IN" sz="1200" dirty="0"/>
              <a:t>Handle missing values</a:t>
            </a:r>
          </a:p>
          <a:p>
            <a:pPr marL="139700" indent="0" algn="l"/>
            <a:r>
              <a:rPr lang="en-IN" sz="1200" dirty="0"/>
              <a:t>Standardize inconsistent categories (device names, gender labels, etc.)</a:t>
            </a:r>
          </a:p>
          <a:p>
            <a:pPr marL="139700" indent="0" algn="l"/>
            <a:r>
              <a:rPr lang="en-IN" sz="1200" dirty="0"/>
              <a:t>Create new features:</a:t>
            </a:r>
          </a:p>
          <a:p>
            <a:pPr marL="596900" lvl="1" indent="0"/>
            <a:r>
              <a:rPr lang="en-IN" sz="1200" dirty="0"/>
              <a:t>Age bands</a:t>
            </a:r>
          </a:p>
          <a:p>
            <a:pPr marL="596900" lvl="1" indent="0"/>
            <a:r>
              <a:rPr lang="en-IN" sz="1200" dirty="0"/>
              <a:t>Device usage shares</a:t>
            </a:r>
          </a:p>
          <a:p>
            <a:pPr marL="596900" lvl="1" indent="0"/>
            <a:r>
              <a:rPr lang="en-IN" sz="1200" dirty="0"/>
              <a:t>Activity ratios</a:t>
            </a:r>
          </a:p>
          <a:p>
            <a:pPr marL="139700" indent="0" algn="l"/>
            <a:r>
              <a:rPr lang="en-IN" sz="1200" dirty="0"/>
              <a:t>Saved the </a:t>
            </a:r>
            <a:r>
              <a:rPr lang="en-IN" sz="1200" dirty="0" err="1"/>
              <a:t>preprocessed</a:t>
            </a:r>
            <a:r>
              <a:rPr lang="en-IN" sz="1200" dirty="0"/>
              <a:t> dataset</a:t>
            </a:r>
          </a:p>
          <a:p>
            <a:pPr algn="l"/>
            <a:r>
              <a:rPr lang="en-IN" sz="1200" b="1" dirty="0"/>
              <a:t>Deliverables:</a:t>
            </a:r>
            <a:endParaRPr lang="en-IN" sz="1200" dirty="0"/>
          </a:p>
          <a:p>
            <a:pPr marL="311150" indent="-171450" algn="l">
              <a:buFont typeface="Arial" panose="020B0604020202020204" pitchFamily="34" charset="0"/>
              <a:buChar char="•"/>
            </a:pPr>
            <a:r>
              <a:rPr lang="en-IN" sz="1200" dirty="0"/>
              <a:t>Cleaned Dataset</a:t>
            </a:r>
          </a:p>
          <a:p>
            <a:pPr marL="311150" indent="-171450" algn="l">
              <a:buFont typeface="Arial" panose="020B0604020202020204" pitchFamily="34" charset="0"/>
              <a:buChar char="•"/>
            </a:pPr>
            <a:r>
              <a:rPr lang="en-IN" sz="1200" dirty="0"/>
              <a:t>Preprocessing Summary</a:t>
            </a:r>
          </a:p>
          <a:p>
            <a:pPr marL="311150" indent="-171450" algn="l">
              <a:buFont typeface="Arial" panose="020B0604020202020204" pitchFamily="34" charset="0"/>
              <a:buChar char="•"/>
            </a:pPr>
            <a:r>
              <a:rPr lang="en-IN" sz="1200" dirty="0"/>
              <a:t>Feature Dictionary</a:t>
            </a:r>
          </a:p>
          <a:p>
            <a:pPr marL="0" lvl="0" indent="0" algn="ctr" rtl="0">
              <a:spcBef>
                <a:spcPts val="0"/>
              </a:spcBef>
              <a:spcAft>
                <a:spcPts val="0"/>
              </a:spcAft>
              <a:buNone/>
            </a:pPr>
            <a:endParaRPr dirty="0"/>
          </a:p>
        </p:txBody>
      </p:sp>
      <p:sp>
        <p:nvSpPr>
          <p:cNvPr id="839" name="Google Shape;839;p27"/>
          <p:cNvSpPr txBox="1">
            <a:spLocks noGrp="1"/>
          </p:cNvSpPr>
          <p:nvPr>
            <p:ph type="title"/>
          </p:nvPr>
        </p:nvSpPr>
        <p:spPr>
          <a:xfrm>
            <a:off x="896750" y="941349"/>
            <a:ext cx="7351200" cy="517547"/>
          </a:xfrm>
          <a:prstGeom prst="rect">
            <a:avLst/>
          </a:prstGeom>
        </p:spPr>
        <p:txBody>
          <a:bodyPr spcFirstLastPara="1" wrap="square" lIns="91425" tIns="91425" rIns="91425" bIns="91425" anchor="t" anchorCtr="0">
            <a:noAutofit/>
          </a:bodyPr>
          <a:lstStyle/>
          <a:p>
            <a:r>
              <a:rPr lang="en-IN" sz="2000" dirty="0"/>
              <a:t>Week 2: Preprocessing &amp; Feature Engineering</a:t>
            </a:r>
            <a:br>
              <a:rPr lang="en-IN" dirty="0"/>
            </a:br>
            <a:endParaRPr dirty="0"/>
          </a:p>
        </p:txBody>
      </p:sp>
      <p:grpSp>
        <p:nvGrpSpPr>
          <p:cNvPr id="841" name="Google Shape;841;p27"/>
          <p:cNvGrpSpPr/>
          <p:nvPr/>
        </p:nvGrpSpPr>
        <p:grpSpPr>
          <a:xfrm>
            <a:off x="247978" y="902744"/>
            <a:ext cx="9024608" cy="1013340"/>
            <a:chOff x="247978" y="902744"/>
            <a:chExt cx="9024608" cy="1013340"/>
          </a:xfrm>
        </p:grpSpPr>
        <p:grpSp>
          <p:nvGrpSpPr>
            <p:cNvPr id="842" name="Google Shape;842;p27"/>
            <p:cNvGrpSpPr/>
            <p:nvPr/>
          </p:nvGrpSpPr>
          <p:grpSpPr>
            <a:xfrm>
              <a:off x="8282554" y="902744"/>
              <a:ext cx="990031" cy="1013340"/>
              <a:chOff x="8264880" y="1119240"/>
              <a:chExt cx="1865520" cy="1909440"/>
            </a:xfrm>
          </p:grpSpPr>
          <p:sp>
            <p:nvSpPr>
              <p:cNvPr id="843" name="Google Shape;843;p27"/>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5" name="Picture 4">
            <a:extLst>
              <a:ext uri="{FF2B5EF4-FFF2-40B4-BE49-F238E27FC236}">
                <a16:creationId xmlns:a16="http://schemas.microsoft.com/office/drawing/2014/main" id="{B30A6F0A-C237-CFFB-B114-87EDD150C5CC}"/>
              </a:ext>
            </a:extLst>
          </p:cNvPr>
          <p:cNvPicPr>
            <a:picLocks noChangeAspect="1"/>
          </p:cNvPicPr>
          <p:nvPr/>
        </p:nvPicPr>
        <p:blipFill>
          <a:blip r:embed="rId3"/>
          <a:stretch>
            <a:fillRect/>
          </a:stretch>
        </p:blipFill>
        <p:spPr>
          <a:xfrm>
            <a:off x="5108331" y="1626640"/>
            <a:ext cx="3200847" cy="29722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29"/>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en-IN" sz="2000" dirty="0"/>
              <a:t>Week 3: Univariate &amp; Bivariate Analysis</a:t>
            </a:r>
            <a:endParaRPr sz="2000" dirty="0"/>
          </a:p>
        </p:txBody>
      </p:sp>
      <p:sp>
        <p:nvSpPr>
          <p:cNvPr id="878" name="Google Shape;878;p29"/>
          <p:cNvSpPr txBox="1">
            <a:spLocks noGrp="1"/>
          </p:cNvSpPr>
          <p:nvPr>
            <p:ph type="body" idx="1"/>
          </p:nvPr>
        </p:nvSpPr>
        <p:spPr>
          <a:xfrm>
            <a:off x="4761745" y="1576711"/>
            <a:ext cx="3867000" cy="2490900"/>
          </a:xfrm>
          <a:prstGeom prst="rect">
            <a:avLst/>
          </a:prstGeom>
        </p:spPr>
        <p:txBody>
          <a:bodyPr spcFirstLastPara="1" wrap="square" lIns="91425" tIns="91425" rIns="91425" bIns="91425" anchor="t" anchorCtr="0">
            <a:noAutofit/>
          </a:bodyPr>
          <a:lstStyle/>
          <a:p>
            <a:pPr marL="139700" indent="0">
              <a:buNone/>
            </a:pPr>
            <a:r>
              <a:rPr lang="en-US" b="1" dirty="0"/>
              <a:t>Key Visuals:</a:t>
            </a:r>
            <a:endParaRPr lang="en-US" dirty="0"/>
          </a:p>
          <a:p>
            <a:pPr>
              <a:buFont typeface="Arial" panose="020B0604020202020204" pitchFamily="34" charset="0"/>
              <a:buChar char="•"/>
            </a:pPr>
            <a:r>
              <a:rPr lang="en-US" dirty="0"/>
              <a:t>Histograms (Daily Screen Time Distribution)</a:t>
            </a:r>
          </a:p>
          <a:p>
            <a:pPr>
              <a:buFont typeface="Arial" panose="020B0604020202020204" pitchFamily="34" charset="0"/>
              <a:buChar char="•"/>
            </a:pPr>
            <a:r>
              <a:rPr lang="en-US" dirty="0"/>
              <a:t>Bar charts (Age Bands, Device Usage, Gender)</a:t>
            </a:r>
          </a:p>
          <a:p>
            <a:pPr>
              <a:buFont typeface="Arial" panose="020B0604020202020204" pitchFamily="34" charset="0"/>
              <a:buChar char="•"/>
            </a:pPr>
            <a:r>
              <a:rPr lang="en-US" dirty="0"/>
              <a:t>Boxplots (Screen Time by Gender, Location Type)</a:t>
            </a:r>
          </a:p>
          <a:p>
            <a:pPr>
              <a:buFont typeface="Arial" panose="020B0604020202020204" pitchFamily="34" charset="0"/>
              <a:buChar char="•"/>
            </a:pPr>
            <a:r>
              <a:rPr lang="en-US" dirty="0"/>
              <a:t>Line charts (Time progression if applicable)</a:t>
            </a:r>
          </a:p>
          <a:p>
            <a:pPr marL="139700" indent="0">
              <a:buNone/>
            </a:pPr>
            <a:r>
              <a:rPr lang="en-US" b="1" dirty="0"/>
              <a:t>Insights :</a:t>
            </a:r>
            <a:endParaRPr lang="en-US" dirty="0"/>
          </a:p>
          <a:p>
            <a:pPr>
              <a:buFont typeface="Arial" panose="020B0604020202020204" pitchFamily="34" charset="0"/>
              <a:buChar char="•"/>
            </a:pPr>
            <a:r>
              <a:rPr lang="en-US" dirty="0"/>
              <a:t>11-15 is the most screen time using age band</a:t>
            </a:r>
          </a:p>
          <a:p>
            <a:pPr>
              <a:buFont typeface="Arial" panose="020B0604020202020204" pitchFamily="34" charset="0"/>
              <a:buChar char="•"/>
            </a:pPr>
            <a:r>
              <a:rPr lang="en-US" dirty="0" err="1"/>
              <a:t>Smarphone</a:t>
            </a:r>
            <a:r>
              <a:rPr lang="en-US" dirty="0"/>
              <a:t> is most used device</a:t>
            </a:r>
          </a:p>
          <a:p>
            <a:pPr marL="0" lvl="0" indent="0" algn="l" rtl="0">
              <a:spcBef>
                <a:spcPts val="0"/>
              </a:spcBef>
              <a:spcAft>
                <a:spcPts val="0"/>
              </a:spcAft>
              <a:buClr>
                <a:srgbClr val="273D40"/>
              </a:buClr>
              <a:buSzPts val="600"/>
              <a:buFont typeface="Arial"/>
              <a:buNone/>
            </a:pPr>
            <a:endParaRPr dirty="0"/>
          </a:p>
        </p:txBody>
      </p:sp>
      <p:grpSp>
        <p:nvGrpSpPr>
          <p:cNvPr id="880" name="Google Shape;880;p29"/>
          <p:cNvGrpSpPr/>
          <p:nvPr/>
        </p:nvGrpSpPr>
        <p:grpSpPr>
          <a:xfrm flipH="1">
            <a:off x="98799" y="1464331"/>
            <a:ext cx="1212401" cy="1240945"/>
            <a:chOff x="8264880" y="1119240"/>
            <a:chExt cx="1865520" cy="1909440"/>
          </a:xfrm>
        </p:grpSpPr>
        <p:sp>
          <p:nvSpPr>
            <p:cNvPr id="881" name="Google Shape;881;p29"/>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2" name="Google Shape;882;p29"/>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3" name="Google Shape;883;p29"/>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4" name="Google Shape;884;p29"/>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85" name="Google Shape;885;p29"/>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6" name="Google Shape;886;p29"/>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5" name="Picture 4">
            <a:extLst>
              <a:ext uri="{FF2B5EF4-FFF2-40B4-BE49-F238E27FC236}">
                <a16:creationId xmlns:a16="http://schemas.microsoft.com/office/drawing/2014/main" id="{2E2490B9-3664-50EB-9515-08F76273EE61}"/>
              </a:ext>
            </a:extLst>
          </p:cNvPr>
          <p:cNvPicPr>
            <a:picLocks noChangeAspect="1"/>
          </p:cNvPicPr>
          <p:nvPr/>
        </p:nvPicPr>
        <p:blipFill>
          <a:blip r:embed="rId3"/>
          <a:stretch>
            <a:fillRect/>
          </a:stretch>
        </p:blipFill>
        <p:spPr>
          <a:xfrm>
            <a:off x="789225" y="1803903"/>
            <a:ext cx="3867001" cy="2963922"/>
          </a:xfrm>
          <a:prstGeom prst="rect">
            <a:avLst/>
          </a:prstGeom>
        </p:spPr>
      </p:pic>
      <p:grpSp>
        <p:nvGrpSpPr>
          <p:cNvPr id="6" name="Google Shape;986;p31">
            <a:extLst>
              <a:ext uri="{FF2B5EF4-FFF2-40B4-BE49-F238E27FC236}">
                <a16:creationId xmlns:a16="http://schemas.microsoft.com/office/drawing/2014/main" id="{9033B440-7011-5EBB-7944-07ADCAC130E2}"/>
              </a:ext>
            </a:extLst>
          </p:cNvPr>
          <p:cNvGrpSpPr/>
          <p:nvPr/>
        </p:nvGrpSpPr>
        <p:grpSpPr>
          <a:xfrm>
            <a:off x="7462907" y="941350"/>
            <a:ext cx="548654" cy="440526"/>
            <a:chOff x="975600" y="2661480"/>
            <a:chExt cx="414360" cy="334080"/>
          </a:xfrm>
        </p:grpSpPr>
        <p:sp>
          <p:nvSpPr>
            <p:cNvPr id="7" name="Google Shape;987;p31">
              <a:extLst>
                <a:ext uri="{FF2B5EF4-FFF2-40B4-BE49-F238E27FC236}">
                  <a16:creationId xmlns:a16="http://schemas.microsoft.com/office/drawing/2014/main" id="{FDD59655-6DE7-DB4E-0773-AFB7FFE2EEFA}"/>
                </a:ext>
              </a:extLst>
            </p:cNvPr>
            <p:cNvSpPr/>
            <p:nvPr/>
          </p:nvSpPr>
          <p:spPr>
            <a:xfrm>
              <a:off x="981360" y="2962800"/>
              <a:ext cx="402480" cy="27000"/>
            </a:xfrm>
            <a:custGeom>
              <a:avLst/>
              <a:gdLst/>
              <a:ahLst/>
              <a:cxnLst/>
              <a:rect l="l" t="t" r="r" b="b"/>
              <a:pathLst>
                <a:path w="1118" h="75" extrusionOk="0">
                  <a:moveTo>
                    <a:pt x="14" y="0"/>
                  </a:moveTo>
                  <a:cubicBezTo>
                    <a:pt x="6" y="0"/>
                    <a:pt x="0" y="6"/>
                    <a:pt x="0" y="14"/>
                  </a:cubicBezTo>
                  <a:lnTo>
                    <a:pt x="0" y="61"/>
                  </a:lnTo>
                  <a:cubicBezTo>
                    <a:pt x="0" y="69"/>
                    <a:pt x="6" y="75"/>
                    <a:pt x="14" y="75"/>
                  </a:cubicBezTo>
                  <a:lnTo>
                    <a:pt x="1105" y="75"/>
                  </a:lnTo>
                  <a:cubicBezTo>
                    <a:pt x="1112" y="75"/>
                    <a:pt x="1118" y="69"/>
                    <a:pt x="1118" y="61"/>
                  </a:cubicBezTo>
                  <a:lnTo>
                    <a:pt x="1118" y="14"/>
                  </a:lnTo>
                  <a:cubicBezTo>
                    <a:pt x="1118" y="6"/>
                    <a:pt x="1112" y="0"/>
                    <a:pt x="1105" y="0"/>
                  </a:cubicBezTo>
                  <a:lnTo>
                    <a:pt x="14" y="0"/>
                  </a:ln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 name="Google Shape;988;p31">
              <a:extLst>
                <a:ext uri="{FF2B5EF4-FFF2-40B4-BE49-F238E27FC236}">
                  <a16:creationId xmlns:a16="http://schemas.microsoft.com/office/drawing/2014/main" id="{FCF03FAA-DCC8-B01E-52D2-B9B680C51864}"/>
                </a:ext>
              </a:extLst>
            </p:cNvPr>
            <p:cNvSpPr/>
            <p:nvPr/>
          </p:nvSpPr>
          <p:spPr>
            <a:xfrm>
              <a:off x="1008360" y="2721240"/>
              <a:ext cx="26640" cy="27000"/>
            </a:xfrm>
            <a:custGeom>
              <a:avLst/>
              <a:gdLst/>
              <a:ahLst/>
              <a:cxnLst/>
              <a:rect l="l" t="t" r="r" b="b"/>
              <a:pathLst>
                <a:path w="74" h="75" extrusionOk="0">
                  <a:moveTo>
                    <a:pt x="74" y="38"/>
                  </a:moveTo>
                  <a:cubicBezTo>
                    <a:pt x="74" y="58"/>
                    <a:pt x="58" y="75"/>
                    <a:pt x="37" y="75"/>
                  </a:cubicBezTo>
                  <a:cubicBezTo>
                    <a:pt x="17" y="75"/>
                    <a:pt x="0" y="58"/>
                    <a:pt x="0" y="38"/>
                  </a:cubicBezTo>
                  <a:cubicBezTo>
                    <a:pt x="0" y="17"/>
                    <a:pt x="17" y="0"/>
                    <a:pt x="37" y="0"/>
                  </a:cubicBezTo>
                  <a:cubicBezTo>
                    <a:pt x="58" y="0"/>
                    <a:pt x="74" y="17"/>
                    <a:pt x="74"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 name="Google Shape;989;p31">
              <a:extLst>
                <a:ext uri="{FF2B5EF4-FFF2-40B4-BE49-F238E27FC236}">
                  <a16:creationId xmlns:a16="http://schemas.microsoft.com/office/drawing/2014/main" id="{087CC239-BDB1-2A5D-D4A3-8878AF3B4E72}"/>
                </a:ext>
              </a:extLst>
            </p:cNvPr>
            <p:cNvSpPr/>
            <p:nvPr/>
          </p:nvSpPr>
          <p:spPr>
            <a:xfrm>
              <a:off x="1115640" y="2774880"/>
              <a:ext cx="27000" cy="27000"/>
            </a:xfrm>
            <a:custGeom>
              <a:avLst/>
              <a:gdLst/>
              <a:ahLst/>
              <a:cxnLst/>
              <a:rect l="l" t="t" r="r" b="b"/>
              <a:pathLst>
                <a:path w="75" h="75" extrusionOk="0">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 name="Google Shape;990;p31">
              <a:extLst>
                <a:ext uri="{FF2B5EF4-FFF2-40B4-BE49-F238E27FC236}">
                  <a16:creationId xmlns:a16="http://schemas.microsoft.com/office/drawing/2014/main" id="{4AA6CCB9-EEE3-598C-C7B7-6D4D298E4F05}"/>
                </a:ext>
              </a:extLst>
            </p:cNvPr>
            <p:cNvSpPr/>
            <p:nvPr/>
          </p:nvSpPr>
          <p:spPr>
            <a:xfrm>
              <a:off x="1222920" y="2721240"/>
              <a:ext cx="27000" cy="27000"/>
            </a:xfrm>
            <a:custGeom>
              <a:avLst/>
              <a:gdLst/>
              <a:ahLst/>
              <a:cxnLst/>
              <a:rect l="l" t="t" r="r" b="b"/>
              <a:pathLst>
                <a:path w="75" h="75" extrusionOk="0">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 name="Google Shape;991;p31">
              <a:extLst>
                <a:ext uri="{FF2B5EF4-FFF2-40B4-BE49-F238E27FC236}">
                  <a16:creationId xmlns:a16="http://schemas.microsoft.com/office/drawing/2014/main" id="{23AFCB1F-44A8-617D-D0EB-DEC9AA7EFEEB}"/>
                </a:ext>
              </a:extLst>
            </p:cNvPr>
            <p:cNvSpPr/>
            <p:nvPr/>
          </p:nvSpPr>
          <p:spPr>
            <a:xfrm>
              <a:off x="1330200" y="2667600"/>
              <a:ext cx="27000" cy="27000"/>
            </a:xfrm>
            <a:custGeom>
              <a:avLst/>
              <a:gdLst/>
              <a:ahLst/>
              <a:cxnLst/>
              <a:rect l="l" t="t" r="r" b="b"/>
              <a:pathLst>
                <a:path w="75" h="75" extrusionOk="0">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 name="Google Shape;992;p31">
              <a:extLst>
                <a:ext uri="{FF2B5EF4-FFF2-40B4-BE49-F238E27FC236}">
                  <a16:creationId xmlns:a16="http://schemas.microsoft.com/office/drawing/2014/main" id="{9E5AEE0F-6153-E378-06B7-EF25D29A6D04}"/>
                </a:ext>
              </a:extLst>
            </p:cNvPr>
            <p:cNvSpPr/>
            <p:nvPr/>
          </p:nvSpPr>
          <p:spPr>
            <a:xfrm>
              <a:off x="1316880" y="2748240"/>
              <a:ext cx="53640" cy="187920"/>
            </a:xfrm>
            <a:custGeom>
              <a:avLst/>
              <a:gdLst/>
              <a:ahLst/>
              <a:cxnLst/>
              <a:rect l="l" t="t" r="r" b="b"/>
              <a:pathLst>
                <a:path w="149" h="522" extrusionOk="0">
                  <a:moveTo>
                    <a:pt x="135" y="0"/>
                  </a:moveTo>
                  <a:lnTo>
                    <a:pt x="13" y="0"/>
                  </a:lnTo>
                  <a:cubicBezTo>
                    <a:pt x="6" y="0"/>
                    <a:pt x="0" y="6"/>
                    <a:pt x="0" y="13"/>
                  </a:cubicBezTo>
                  <a:lnTo>
                    <a:pt x="0" y="508"/>
                  </a:lnTo>
                  <a:cubicBezTo>
                    <a:pt x="0" y="516"/>
                    <a:pt x="6" y="522"/>
                    <a:pt x="13" y="522"/>
                  </a:cubicBezTo>
                  <a:lnTo>
                    <a:pt x="135" y="522"/>
                  </a:lnTo>
                  <a:cubicBezTo>
                    <a:pt x="143" y="522"/>
                    <a:pt x="149" y="516"/>
                    <a:pt x="149" y="508"/>
                  </a:cubicBezTo>
                  <a:lnTo>
                    <a:pt x="149" y="13"/>
                  </a:lnTo>
                  <a:cubicBezTo>
                    <a:pt x="149" y="6"/>
                    <a:pt x="143" y="0"/>
                    <a:pt x="135"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 name="Google Shape;993;p31">
              <a:extLst>
                <a:ext uri="{FF2B5EF4-FFF2-40B4-BE49-F238E27FC236}">
                  <a16:creationId xmlns:a16="http://schemas.microsoft.com/office/drawing/2014/main" id="{DF505C4C-030D-B39B-0926-32C4F9337082}"/>
                </a:ext>
              </a:extLst>
            </p:cNvPr>
            <p:cNvSpPr/>
            <p:nvPr/>
          </p:nvSpPr>
          <p:spPr>
            <a:xfrm>
              <a:off x="1209600" y="2801880"/>
              <a:ext cx="53640" cy="134280"/>
            </a:xfrm>
            <a:custGeom>
              <a:avLst/>
              <a:gdLst/>
              <a:ahLst/>
              <a:cxnLst/>
              <a:rect l="l" t="t" r="r" b="b"/>
              <a:pathLst>
                <a:path w="149" h="373" extrusionOk="0">
                  <a:moveTo>
                    <a:pt x="135" y="0"/>
                  </a:moveTo>
                  <a:lnTo>
                    <a:pt x="13" y="0"/>
                  </a:lnTo>
                  <a:cubicBezTo>
                    <a:pt x="6" y="0"/>
                    <a:pt x="0" y="6"/>
                    <a:pt x="0" y="13"/>
                  </a:cubicBezTo>
                  <a:lnTo>
                    <a:pt x="0" y="359"/>
                  </a:lnTo>
                  <a:cubicBezTo>
                    <a:pt x="0" y="367"/>
                    <a:pt x="6" y="373"/>
                    <a:pt x="13" y="373"/>
                  </a:cubicBezTo>
                  <a:lnTo>
                    <a:pt x="135" y="373"/>
                  </a:lnTo>
                  <a:cubicBezTo>
                    <a:pt x="143" y="373"/>
                    <a:pt x="149" y="367"/>
                    <a:pt x="149" y="359"/>
                  </a:cubicBezTo>
                  <a:lnTo>
                    <a:pt x="149" y="13"/>
                  </a:lnTo>
                  <a:cubicBezTo>
                    <a:pt x="149" y="6"/>
                    <a:pt x="143" y="0"/>
                    <a:pt x="135"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 name="Google Shape;994;p31">
              <a:extLst>
                <a:ext uri="{FF2B5EF4-FFF2-40B4-BE49-F238E27FC236}">
                  <a16:creationId xmlns:a16="http://schemas.microsoft.com/office/drawing/2014/main" id="{46E12F9D-4E13-6362-EB30-C6CC9A8A3D9A}"/>
                </a:ext>
              </a:extLst>
            </p:cNvPr>
            <p:cNvSpPr/>
            <p:nvPr/>
          </p:nvSpPr>
          <p:spPr>
            <a:xfrm>
              <a:off x="1102320" y="2855520"/>
              <a:ext cx="53640" cy="80640"/>
            </a:xfrm>
            <a:custGeom>
              <a:avLst/>
              <a:gdLst/>
              <a:ahLst/>
              <a:cxnLst/>
              <a:rect l="l" t="t" r="r" b="b"/>
              <a:pathLst>
                <a:path w="149" h="224" extrusionOk="0">
                  <a:moveTo>
                    <a:pt x="135" y="0"/>
                  </a:moveTo>
                  <a:lnTo>
                    <a:pt x="13" y="0"/>
                  </a:lnTo>
                  <a:cubicBezTo>
                    <a:pt x="6" y="0"/>
                    <a:pt x="0" y="6"/>
                    <a:pt x="0" y="13"/>
                  </a:cubicBezTo>
                  <a:lnTo>
                    <a:pt x="0" y="210"/>
                  </a:lnTo>
                  <a:cubicBezTo>
                    <a:pt x="0" y="218"/>
                    <a:pt x="6" y="224"/>
                    <a:pt x="13" y="224"/>
                  </a:cubicBezTo>
                  <a:lnTo>
                    <a:pt x="135" y="224"/>
                  </a:lnTo>
                  <a:cubicBezTo>
                    <a:pt x="143" y="224"/>
                    <a:pt x="149" y="218"/>
                    <a:pt x="149" y="210"/>
                  </a:cubicBezTo>
                  <a:lnTo>
                    <a:pt x="149" y="13"/>
                  </a:lnTo>
                  <a:cubicBezTo>
                    <a:pt x="149" y="6"/>
                    <a:pt x="143" y="0"/>
                    <a:pt x="135" y="0"/>
                  </a:cubicBezTo>
                  <a:close/>
                </a:path>
              </a:pathLst>
            </a:custGeom>
            <a:solidFill>
              <a:srgbClr val="008F95"/>
            </a:solidFill>
            <a:ln>
              <a:noFill/>
            </a:ln>
          </p:spPr>
          <p:txBody>
            <a:bodyPr spcFirstLastPara="1" wrap="square" lIns="90000" tIns="35625" rIns="90000" bIns="35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 name="Google Shape;995;p31">
              <a:extLst>
                <a:ext uri="{FF2B5EF4-FFF2-40B4-BE49-F238E27FC236}">
                  <a16:creationId xmlns:a16="http://schemas.microsoft.com/office/drawing/2014/main" id="{A87DE93E-E520-B47B-2919-8D6DEAB6DDC8}"/>
                </a:ext>
              </a:extLst>
            </p:cNvPr>
            <p:cNvSpPr/>
            <p:nvPr/>
          </p:nvSpPr>
          <p:spPr>
            <a:xfrm>
              <a:off x="995040" y="2801880"/>
              <a:ext cx="53640" cy="134280"/>
            </a:xfrm>
            <a:custGeom>
              <a:avLst/>
              <a:gdLst/>
              <a:ahLst/>
              <a:cxnLst/>
              <a:rect l="l" t="t" r="r" b="b"/>
              <a:pathLst>
                <a:path w="149" h="373" extrusionOk="0">
                  <a:moveTo>
                    <a:pt x="135" y="0"/>
                  </a:moveTo>
                  <a:lnTo>
                    <a:pt x="13" y="0"/>
                  </a:lnTo>
                  <a:cubicBezTo>
                    <a:pt x="6" y="0"/>
                    <a:pt x="0" y="6"/>
                    <a:pt x="0" y="13"/>
                  </a:cubicBezTo>
                  <a:lnTo>
                    <a:pt x="0" y="359"/>
                  </a:lnTo>
                  <a:cubicBezTo>
                    <a:pt x="0" y="367"/>
                    <a:pt x="6" y="373"/>
                    <a:pt x="13" y="373"/>
                  </a:cubicBezTo>
                  <a:lnTo>
                    <a:pt x="135" y="373"/>
                  </a:lnTo>
                  <a:cubicBezTo>
                    <a:pt x="143" y="373"/>
                    <a:pt x="149" y="367"/>
                    <a:pt x="149" y="359"/>
                  </a:cubicBezTo>
                  <a:lnTo>
                    <a:pt x="149" y="13"/>
                  </a:lnTo>
                  <a:cubicBezTo>
                    <a:pt x="149" y="6"/>
                    <a:pt x="143" y="0"/>
                    <a:pt x="135"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 name="Google Shape;996;p31">
              <a:extLst>
                <a:ext uri="{FF2B5EF4-FFF2-40B4-BE49-F238E27FC236}">
                  <a16:creationId xmlns:a16="http://schemas.microsoft.com/office/drawing/2014/main" id="{27E1895F-6599-D7CF-F77F-431B2B673F27}"/>
                </a:ext>
              </a:extLst>
            </p:cNvPr>
            <p:cNvSpPr/>
            <p:nvPr/>
          </p:nvSpPr>
          <p:spPr>
            <a:xfrm>
              <a:off x="975600" y="2956680"/>
              <a:ext cx="414360" cy="38880"/>
            </a:xfrm>
            <a:custGeom>
              <a:avLst/>
              <a:gdLst/>
              <a:ahLst/>
              <a:cxnLst/>
              <a:rect l="l" t="t" r="r" b="b"/>
              <a:pathLst>
                <a:path w="1151" h="108" extrusionOk="0">
                  <a:moveTo>
                    <a:pt x="1117" y="75"/>
                  </a:moveTo>
                  <a:lnTo>
                    <a:pt x="1077" y="75"/>
                  </a:lnTo>
                  <a:lnTo>
                    <a:pt x="1077" y="34"/>
                  </a:lnTo>
                  <a:lnTo>
                    <a:pt x="1117" y="34"/>
                  </a:lnTo>
                  <a:lnTo>
                    <a:pt x="1117" y="75"/>
                  </a:lnTo>
                  <a:moveTo>
                    <a:pt x="74" y="75"/>
                  </a:moveTo>
                  <a:lnTo>
                    <a:pt x="33" y="75"/>
                  </a:lnTo>
                  <a:lnTo>
                    <a:pt x="33" y="34"/>
                  </a:lnTo>
                  <a:lnTo>
                    <a:pt x="74" y="34"/>
                  </a:lnTo>
                  <a:lnTo>
                    <a:pt x="74" y="75"/>
                  </a:lnTo>
                  <a:moveTo>
                    <a:pt x="1134" y="0"/>
                  </a:moveTo>
                  <a:lnTo>
                    <a:pt x="91" y="0"/>
                  </a:lnTo>
                  <a:lnTo>
                    <a:pt x="91" y="0"/>
                  </a:lnTo>
                  <a:lnTo>
                    <a:pt x="91" y="0"/>
                  </a:lnTo>
                  <a:lnTo>
                    <a:pt x="16" y="0"/>
                  </a:lnTo>
                  <a:cubicBezTo>
                    <a:pt x="12" y="0"/>
                    <a:pt x="8" y="2"/>
                    <a:pt x="4" y="5"/>
                  </a:cubicBezTo>
                  <a:cubicBezTo>
                    <a:pt x="1" y="8"/>
                    <a:pt x="0" y="13"/>
                    <a:pt x="0" y="17"/>
                  </a:cubicBezTo>
                  <a:lnTo>
                    <a:pt x="0" y="92"/>
                  </a:lnTo>
                  <a:cubicBezTo>
                    <a:pt x="0" y="101"/>
                    <a:pt x="7" y="108"/>
                    <a:pt x="16" y="108"/>
                  </a:cubicBezTo>
                  <a:lnTo>
                    <a:pt x="243" y="108"/>
                  </a:lnTo>
                  <a:cubicBezTo>
                    <a:pt x="253" y="108"/>
                    <a:pt x="260" y="101"/>
                    <a:pt x="260" y="92"/>
                  </a:cubicBezTo>
                  <a:cubicBezTo>
                    <a:pt x="260" y="82"/>
                    <a:pt x="253" y="75"/>
                    <a:pt x="243" y="75"/>
                  </a:cubicBezTo>
                  <a:lnTo>
                    <a:pt x="108" y="75"/>
                  </a:lnTo>
                  <a:lnTo>
                    <a:pt x="108" y="34"/>
                  </a:lnTo>
                  <a:lnTo>
                    <a:pt x="1043" y="34"/>
                  </a:lnTo>
                  <a:lnTo>
                    <a:pt x="1043" y="75"/>
                  </a:lnTo>
                  <a:lnTo>
                    <a:pt x="311" y="75"/>
                  </a:lnTo>
                  <a:cubicBezTo>
                    <a:pt x="302" y="75"/>
                    <a:pt x="294" y="82"/>
                    <a:pt x="294" y="92"/>
                  </a:cubicBezTo>
                  <a:cubicBezTo>
                    <a:pt x="294" y="101"/>
                    <a:pt x="302" y="108"/>
                    <a:pt x="311" y="108"/>
                  </a:cubicBezTo>
                  <a:lnTo>
                    <a:pt x="1134" y="108"/>
                  </a:lnTo>
                  <a:cubicBezTo>
                    <a:pt x="1144" y="108"/>
                    <a:pt x="1151" y="101"/>
                    <a:pt x="1151" y="92"/>
                  </a:cubicBezTo>
                  <a:lnTo>
                    <a:pt x="1151" y="17"/>
                  </a:lnTo>
                  <a:cubicBezTo>
                    <a:pt x="1151" y="8"/>
                    <a:pt x="1144" y="0"/>
                    <a:pt x="1134" y="0"/>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 name="Google Shape;997;p31">
              <a:extLst>
                <a:ext uri="{FF2B5EF4-FFF2-40B4-BE49-F238E27FC236}">
                  <a16:creationId xmlns:a16="http://schemas.microsoft.com/office/drawing/2014/main" id="{BC787822-734E-1CCF-33D8-4370E4CCD33D}"/>
                </a:ext>
              </a:extLst>
            </p:cNvPr>
            <p:cNvSpPr/>
            <p:nvPr/>
          </p:nvSpPr>
          <p:spPr>
            <a:xfrm>
              <a:off x="1096200" y="2849400"/>
              <a:ext cx="65880" cy="92520"/>
            </a:xfrm>
            <a:custGeom>
              <a:avLst/>
              <a:gdLst/>
              <a:ahLst/>
              <a:cxnLst/>
              <a:rect l="l" t="t" r="r" b="b"/>
              <a:pathLst>
                <a:path w="183" h="257" extrusionOk="0">
                  <a:moveTo>
                    <a:pt x="149" y="224"/>
                  </a:moveTo>
                  <a:lnTo>
                    <a:pt x="34" y="224"/>
                  </a:lnTo>
                  <a:lnTo>
                    <a:pt x="34" y="34"/>
                  </a:lnTo>
                  <a:lnTo>
                    <a:pt x="149" y="34"/>
                  </a:lnTo>
                  <a:lnTo>
                    <a:pt x="149" y="224"/>
                  </a:lnTo>
                  <a:moveTo>
                    <a:pt x="17" y="0"/>
                  </a:moveTo>
                  <a:cubicBezTo>
                    <a:pt x="7" y="0"/>
                    <a:pt x="0" y="8"/>
                    <a:pt x="0" y="17"/>
                  </a:cubicBezTo>
                  <a:lnTo>
                    <a:pt x="0" y="241"/>
                  </a:lnTo>
                  <a:cubicBezTo>
                    <a:pt x="0" y="250"/>
                    <a:pt x="7" y="257"/>
                    <a:pt x="17" y="257"/>
                  </a:cubicBezTo>
                  <a:lnTo>
                    <a:pt x="166" y="257"/>
                  </a:lnTo>
                  <a:cubicBezTo>
                    <a:pt x="175" y="257"/>
                    <a:pt x="183" y="250"/>
                    <a:pt x="183" y="241"/>
                  </a:cubicBezTo>
                  <a:lnTo>
                    <a:pt x="183" y="17"/>
                  </a:lnTo>
                  <a:cubicBezTo>
                    <a:pt x="183" y="8"/>
                    <a:pt x="175" y="0"/>
                    <a:pt x="166" y="0"/>
                  </a:cubicBezTo>
                  <a:lnTo>
                    <a:pt x="17" y="0"/>
                  </a:ln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 name="Google Shape;998;p31">
              <a:extLst>
                <a:ext uri="{FF2B5EF4-FFF2-40B4-BE49-F238E27FC236}">
                  <a16:creationId xmlns:a16="http://schemas.microsoft.com/office/drawing/2014/main" id="{DA601341-EC7F-BA0D-5E38-F4017582AAA3}"/>
                </a:ext>
              </a:extLst>
            </p:cNvPr>
            <p:cNvSpPr/>
            <p:nvPr/>
          </p:nvSpPr>
          <p:spPr>
            <a:xfrm>
              <a:off x="1203480" y="2795760"/>
              <a:ext cx="65880" cy="146160"/>
            </a:xfrm>
            <a:custGeom>
              <a:avLst/>
              <a:gdLst/>
              <a:ahLst/>
              <a:cxnLst/>
              <a:rect l="l" t="t" r="r" b="b"/>
              <a:pathLst>
                <a:path w="183" h="406" extrusionOk="0">
                  <a:moveTo>
                    <a:pt x="149" y="373"/>
                  </a:moveTo>
                  <a:lnTo>
                    <a:pt x="34" y="373"/>
                  </a:lnTo>
                  <a:lnTo>
                    <a:pt x="34" y="34"/>
                  </a:lnTo>
                  <a:lnTo>
                    <a:pt x="149" y="34"/>
                  </a:lnTo>
                  <a:lnTo>
                    <a:pt x="149" y="373"/>
                  </a:lnTo>
                  <a:moveTo>
                    <a:pt x="17" y="0"/>
                  </a:moveTo>
                  <a:cubicBezTo>
                    <a:pt x="7" y="0"/>
                    <a:pt x="0" y="8"/>
                    <a:pt x="0" y="17"/>
                  </a:cubicBezTo>
                  <a:lnTo>
                    <a:pt x="0" y="390"/>
                  </a:lnTo>
                  <a:cubicBezTo>
                    <a:pt x="0" y="399"/>
                    <a:pt x="7" y="406"/>
                    <a:pt x="17" y="406"/>
                  </a:cubicBezTo>
                  <a:lnTo>
                    <a:pt x="166" y="406"/>
                  </a:lnTo>
                  <a:cubicBezTo>
                    <a:pt x="175" y="406"/>
                    <a:pt x="183" y="399"/>
                    <a:pt x="183" y="390"/>
                  </a:cubicBezTo>
                  <a:lnTo>
                    <a:pt x="183" y="17"/>
                  </a:lnTo>
                  <a:cubicBezTo>
                    <a:pt x="183" y="8"/>
                    <a:pt x="175" y="0"/>
                    <a:pt x="166" y="0"/>
                  </a:cubicBezTo>
                  <a:lnTo>
                    <a:pt x="17" y="0"/>
                  </a:ln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 name="Google Shape;999;p31">
              <a:extLst>
                <a:ext uri="{FF2B5EF4-FFF2-40B4-BE49-F238E27FC236}">
                  <a16:creationId xmlns:a16="http://schemas.microsoft.com/office/drawing/2014/main" id="{786F291D-34FB-F98D-2F18-6D9276B1E98E}"/>
                </a:ext>
              </a:extLst>
            </p:cNvPr>
            <p:cNvSpPr/>
            <p:nvPr/>
          </p:nvSpPr>
          <p:spPr>
            <a:xfrm>
              <a:off x="988920" y="2795760"/>
              <a:ext cx="65880" cy="146160"/>
            </a:xfrm>
            <a:custGeom>
              <a:avLst/>
              <a:gdLst/>
              <a:ahLst/>
              <a:cxnLst/>
              <a:rect l="l" t="t" r="r" b="b"/>
              <a:pathLst>
                <a:path w="183" h="406" extrusionOk="0">
                  <a:moveTo>
                    <a:pt x="34" y="34"/>
                  </a:moveTo>
                  <a:lnTo>
                    <a:pt x="149" y="34"/>
                  </a:lnTo>
                  <a:lnTo>
                    <a:pt x="149" y="373"/>
                  </a:lnTo>
                  <a:lnTo>
                    <a:pt x="34" y="373"/>
                  </a:lnTo>
                  <a:lnTo>
                    <a:pt x="34" y="34"/>
                  </a:lnTo>
                  <a:moveTo>
                    <a:pt x="17" y="406"/>
                  </a:moveTo>
                  <a:lnTo>
                    <a:pt x="166" y="406"/>
                  </a:lnTo>
                  <a:cubicBezTo>
                    <a:pt x="175" y="406"/>
                    <a:pt x="183" y="399"/>
                    <a:pt x="183" y="390"/>
                  </a:cubicBezTo>
                  <a:lnTo>
                    <a:pt x="183" y="17"/>
                  </a:lnTo>
                  <a:cubicBezTo>
                    <a:pt x="183" y="8"/>
                    <a:pt x="175" y="0"/>
                    <a:pt x="166" y="0"/>
                  </a:cubicBezTo>
                  <a:lnTo>
                    <a:pt x="17" y="0"/>
                  </a:lnTo>
                  <a:cubicBezTo>
                    <a:pt x="7" y="0"/>
                    <a:pt x="0" y="8"/>
                    <a:pt x="0" y="17"/>
                  </a:cubicBezTo>
                  <a:lnTo>
                    <a:pt x="0" y="390"/>
                  </a:lnTo>
                  <a:cubicBezTo>
                    <a:pt x="0" y="399"/>
                    <a:pt x="7" y="406"/>
                    <a:pt x="17" y="406"/>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 name="Google Shape;1000;p31">
              <a:extLst>
                <a:ext uri="{FF2B5EF4-FFF2-40B4-BE49-F238E27FC236}">
                  <a16:creationId xmlns:a16="http://schemas.microsoft.com/office/drawing/2014/main" id="{0F5148D7-6953-8EAD-6254-7510707487B4}"/>
                </a:ext>
              </a:extLst>
            </p:cNvPr>
            <p:cNvSpPr/>
            <p:nvPr/>
          </p:nvSpPr>
          <p:spPr>
            <a:xfrm>
              <a:off x="1310760" y="2742120"/>
              <a:ext cx="65880" cy="199800"/>
            </a:xfrm>
            <a:custGeom>
              <a:avLst/>
              <a:gdLst/>
              <a:ahLst/>
              <a:cxnLst/>
              <a:rect l="l" t="t" r="r" b="b"/>
              <a:pathLst>
                <a:path w="183" h="555" extrusionOk="0">
                  <a:moveTo>
                    <a:pt x="34" y="34"/>
                  </a:moveTo>
                  <a:lnTo>
                    <a:pt x="149" y="34"/>
                  </a:lnTo>
                  <a:lnTo>
                    <a:pt x="149" y="522"/>
                  </a:lnTo>
                  <a:lnTo>
                    <a:pt x="34" y="522"/>
                  </a:lnTo>
                  <a:lnTo>
                    <a:pt x="34" y="34"/>
                  </a:lnTo>
                  <a:moveTo>
                    <a:pt x="0" y="17"/>
                  </a:moveTo>
                  <a:lnTo>
                    <a:pt x="0" y="539"/>
                  </a:lnTo>
                  <a:cubicBezTo>
                    <a:pt x="0" y="548"/>
                    <a:pt x="8" y="555"/>
                    <a:pt x="17" y="555"/>
                  </a:cubicBezTo>
                  <a:lnTo>
                    <a:pt x="166" y="555"/>
                  </a:lnTo>
                  <a:cubicBezTo>
                    <a:pt x="175" y="555"/>
                    <a:pt x="183" y="548"/>
                    <a:pt x="183" y="539"/>
                  </a:cubicBezTo>
                  <a:lnTo>
                    <a:pt x="183" y="17"/>
                  </a:lnTo>
                  <a:cubicBezTo>
                    <a:pt x="183" y="8"/>
                    <a:pt x="175" y="0"/>
                    <a:pt x="166" y="0"/>
                  </a:cubicBezTo>
                  <a:lnTo>
                    <a:pt x="17" y="0"/>
                  </a:lnTo>
                  <a:cubicBezTo>
                    <a:pt x="8" y="0"/>
                    <a:pt x="0" y="8"/>
                    <a:pt x="0" y="17"/>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1" name="Google Shape;1001;p31">
              <a:extLst>
                <a:ext uri="{FF2B5EF4-FFF2-40B4-BE49-F238E27FC236}">
                  <a16:creationId xmlns:a16="http://schemas.microsoft.com/office/drawing/2014/main" id="{BD4B1995-8491-98D5-92A6-DDEF0E278019}"/>
                </a:ext>
              </a:extLst>
            </p:cNvPr>
            <p:cNvSpPr/>
            <p:nvPr/>
          </p:nvSpPr>
          <p:spPr>
            <a:xfrm>
              <a:off x="1002240" y="2661480"/>
              <a:ext cx="361080" cy="146520"/>
            </a:xfrm>
            <a:custGeom>
              <a:avLst/>
              <a:gdLst/>
              <a:ahLst/>
              <a:cxnLst/>
              <a:rect l="l" t="t" r="r" b="b"/>
              <a:pathLst>
                <a:path w="1003" h="407" extrusionOk="0">
                  <a:moveTo>
                    <a:pt x="54" y="183"/>
                  </a:moveTo>
                  <a:cubicBezTo>
                    <a:pt x="65" y="183"/>
                    <a:pt x="75" y="192"/>
                    <a:pt x="75" y="204"/>
                  </a:cubicBezTo>
                  <a:cubicBezTo>
                    <a:pt x="75" y="215"/>
                    <a:pt x="65" y="224"/>
                    <a:pt x="54" y="224"/>
                  </a:cubicBezTo>
                  <a:cubicBezTo>
                    <a:pt x="43" y="224"/>
                    <a:pt x="34" y="215"/>
                    <a:pt x="34" y="204"/>
                  </a:cubicBezTo>
                  <a:cubicBezTo>
                    <a:pt x="34" y="192"/>
                    <a:pt x="43" y="183"/>
                    <a:pt x="54" y="183"/>
                  </a:cubicBezTo>
                  <a:moveTo>
                    <a:pt x="352" y="332"/>
                  </a:moveTo>
                  <a:cubicBezTo>
                    <a:pt x="363" y="332"/>
                    <a:pt x="373" y="341"/>
                    <a:pt x="373" y="353"/>
                  </a:cubicBezTo>
                  <a:cubicBezTo>
                    <a:pt x="373" y="364"/>
                    <a:pt x="363" y="373"/>
                    <a:pt x="352" y="373"/>
                  </a:cubicBezTo>
                  <a:cubicBezTo>
                    <a:pt x="341" y="373"/>
                    <a:pt x="332" y="364"/>
                    <a:pt x="332" y="353"/>
                  </a:cubicBezTo>
                  <a:cubicBezTo>
                    <a:pt x="332" y="341"/>
                    <a:pt x="341" y="332"/>
                    <a:pt x="352" y="332"/>
                  </a:cubicBezTo>
                  <a:moveTo>
                    <a:pt x="650" y="183"/>
                  </a:moveTo>
                  <a:cubicBezTo>
                    <a:pt x="662" y="183"/>
                    <a:pt x="671" y="192"/>
                    <a:pt x="671" y="204"/>
                  </a:cubicBezTo>
                  <a:cubicBezTo>
                    <a:pt x="671" y="215"/>
                    <a:pt x="662" y="224"/>
                    <a:pt x="650" y="224"/>
                  </a:cubicBezTo>
                  <a:cubicBezTo>
                    <a:pt x="639" y="224"/>
                    <a:pt x="630" y="215"/>
                    <a:pt x="630" y="204"/>
                  </a:cubicBezTo>
                  <a:cubicBezTo>
                    <a:pt x="630" y="192"/>
                    <a:pt x="639" y="183"/>
                    <a:pt x="650" y="183"/>
                  </a:cubicBezTo>
                  <a:moveTo>
                    <a:pt x="948" y="34"/>
                  </a:moveTo>
                  <a:cubicBezTo>
                    <a:pt x="960" y="34"/>
                    <a:pt x="969" y="43"/>
                    <a:pt x="969" y="55"/>
                  </a:cubicBezTo>
                  <a:cubicBezTo>
                    <a:pt x="969" y="66"/>
                    <a:pt x="960" y="75"/>
                    <a:pt x="948" y="75"/>
                  </a:cubicBezTo>
                  <a:cubicBezTo>
                    <a:pt x="937" y="75"/>
                    <a:pt x="928" y="66"/>
                    <a:pt x="928" y="55"/>
                  </a:cubicBezTo>
                  <a:cubicBezTo>
                    <a:pt x="928" y="43"/>
                    <a:pt x="937" y="34"/>
                    <a:pt x="948" y="34"/>
                  </a:cubicBezTo>
                  <a:moveTo>
                    <a:pt x="54" y="258"/>
                  </a:moveTo>
                  <a:cubicBezTo>
                    <a:pt x="69" y="258"/>
                    <a:pt x="83" y="252"/>
                    <a:pt x="93" y="242"/>
                  </a:cubicBezTo>
                  <a:lnTo>
                    <a:pt x="299" y="345"/>
                  </a:lnTo>
                  <a:cubicBezTo>
                    <a:pt x="298" y="347"/>
                    <a:pt x="298" y="350"/>
                    <a:pt x="298" y="353"/>
                  </a:cubicBezTo>
                  <a:cubicBezTo>
                    <a:pt x="298" y="383"/>
                    <a:pt x="322" y="407"/>
                    <a:pt x="352" y="407"/>
                  </a:cubicBezTo>
                  <a:cubicBezTo>
                    <a:pt x="382" y="407"/>
                    <a:pt x="406" y="383"/>
                    <a:pt x="406" y="353"/>
                  </a:cubicBezTo>
                  <a:cubicBezTo>
                    <a:pt x="406" y="347"/>
                    <a:pt x="406" y="342"/>
                    <a:pt x="404" y="337"/>
                  </a:cubicBezTo>
                  <a:lnTo>
                    <a:pt x="618" y="247"/>
                  </a:lnTo>
                  <a:cubicBezTo>
                    <a:pt x="627" y="254"/>
                    <a:pt x="638" y="258"/>
                    <a:pt x="650" y="258"/>
                  </a:cubicBezTo>
                  <a:cubicBezTo>
                    <a:pt x="680" y="258"/>
                    <a:pt x="704" y="233"/>
                    <a:pt x="704" y="204"/>
                  </a:cubicBezTo>
                  <a:cubicBezTo>
                    <a:pt x="704" y="203"/>
                    <a:pt x="704" y="202"/>
                    <a:pt x="704" y="201"/>
                  </a:cubicBezTo>
                  <a:lnTo>
                    <a:pt x="907" y="89"/>
                  </a:lnTo>
                  <a:cubicBezTo>
                    <a:pt x="917" y="101"/>
                    <a:pt x="932" y="109"/>
                    <a:pt x="948" y="109"/>
                  </a:cubicBezTo>
                  <a:cubicBezTo>
                    <a:pt x="978" y="109"/>
                    <a:pt x="1003" y="84"/>
                    <a:pt x="1003" y="55"/>
                  </a:cubicBezTo>
                  <a:cubicBezTo>
                    <a:pt x="1003" y="25"/>
                    <a:pt x="978" y="0"/>
                    <a:pt x="948" y="0"/>
                  </a:cubicBezTo>
                  <a:cubicBezTo>
                    <a:pt x="919" y="0"/>
                    <a:pt x="894" y="25"/>
                    <a:pt x="894" y="55"/>
                  </a:cubicBezTo>
                  <a:cubicBezTo>
                    <a:pt x="894" y="56"/>
                    <a:pt x="894" y="56"/>
                    <a:pt x="894" y="57"/>
                  </a:cubicBezTo>
                  <a:lnTo>
                    <a:pt x="692" y="169"/>
                  </a:lnTo>
                  <a:cubicBezTo>
                    <a:pt x="682" y="157"/>
                    <a:pt x="667" y="150"/>
                    <a:pt x="650" y="150"/>
                  </a:cubicBezTo>
                  <a:cubicBezTo>
                    <a:pt x="620" y="150"/>
                    <a:pt x="596" y="174"/>
                    <a:pt x="596" y="204"/>
                  </a:cubicBezTo>
                  <a:cubicBezTo>
                    <a:pt x="596" y="209"/>
                    <a:pt x="597" y="214"/>
                    <a:pt x="598" y="219"/>
                  </a:cubicBezTo>
                  <a:lnTo>
                    <a:pt x="384" y="309"/>
                  </a:lnTo>
                  <a:cubicBezTo>
                    <a:pt x="375" y="302"/>
                    <a:pt x="364" y="299"/>
                    <a:pt x="352" y="299"/>
                  </a:cubicBezTo>
                  <a:cubicBezTo>
                    <a:pt x="337" y="299"/>
                    <a:pt x="324" y="305"/>
                    <a:pt x="314" y="315"/>
                  </a:cubicBezTo>
                  <a:lnTo>
                    <a:pt x="108" y="212"/>
                  </a:lnTo>
                  <a:cubicBezTo>
                    <a:pt x="108" y="209"/>
                    <a:pt x="108" y="206"/>
                    <a:pt x="108" y="204"/>
                  </a:cubicBezTo>
                  <a:cubicBezTo>
                    <a:pt x="108" y="174"/>
                    <a:pt x="84" y="150"/>
                    <a:pt x="54" y="150"/>
                  </a:cubicBezTo>
                  <a:cubicBezTo>
                    <a:pt x="24" y="150"/>
                    <a:pt x="0" y="174"/>
                    <a:pt x="0" y="204"/>
                  </a:cubicBezTo>
                  <a:cubicBezTo>
                    <a:pt x="0" y="233"/>
                    <a:pt x="24" y="258"/>
                    <a:pt x="54" y="258"/>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30"/>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en-US" sz="2000" dirty="0"/>
              <a:t>Week 4: Device/Activity &amp; Weekday/Weekend Analysis</a:t>
            </a:r>
            <a:endParaRPr sz="2000" dirty="0"/>
          </a:p>
        </p:txBody>
      </p:sp>
      <p:sp>
        <p:nvSpPr>
          <p:cNvPr id="892" name="Google Shape;892;p30"/>
          <p:cNvSpPr txBox="1">
            <a:spLocks noGrp="1"/>
          </p:cNvSpPr>
          <p:nvPr>
            <p:ph type="subTitle" idx="4294967295"/>
          </p:nvPr>
        </p:nvSpPr>
        <p:spPr>
          <a:xfrm>
            <a:off x="896750" y="2971800"/>
            <a:ext cx="3889689" cy="835268"/>
          </a:xfrm>
          <a:prstGeom prst="rect">
            <a:avLst/>
          </a:prstGeom>
        </p:spPr>
        <p:txBody>
          <a:bodyPr spcFirstLastPara="1" wrap="square" lIns="91425" tIns="91425" rIns="91425" bIns="91425" anchor="ctr" anchorCtr="0">
            <a:noAutofit/>
          </a:bodyPr>
          <a:lstStyle/>
          <a:p>
            <a:pPr marL="139700" indent="0">
              <a:buNone/>
            </a:pPr>
            <a:r>
              <a:rPr lang="en-US" b="1" dirty="0"/>
              <a:t>Things Analyzed:</a:t>
            </a:r>
            <a:endParaRPr lang="en-US" dirty="0"/>
          </a:p>
          <a:p>
            <a:r>
              <a:rPr lang="en-US" dirty="0"/>
              <a:t>Device mix across age, gender, urban/rural</a:t>
            </a:r>
          </a:p>
          <a:p>
            <a:r>
              <a:rPr lang="en-US" dirty="0"/>
              <a:t>Activity category share (education vs entertainment)</a:t>
            </a:r>
          </a:p>
          <a:p>
            <a:r>
              <a:rPr lang="en-US" dirty="0"/>
              <a:t>Weekday vs weekend patterns</a:t>
            </a:r>
          </a:p>
          <a:p>
            <a:r>
              <a:rPr lang="en-US" dirty="0"/>
              <a:t>Time-based usage differences</a:t>
            </a:r>
          </a:p>
          <a:p>
            <a:pPr marL="139700" indent="0">
              <a:buNone/>
            </a:pPr>
            <a:r>
              <a:rPr lang="en-US" b="1" dirty="0"/>
              <a:t>Insights:</a:t>
            </a:r>
            <a:endParaRPr lang="en-US" dirty="0"/>
          </a:p>
          <a:p>
            <a:r>
              <a:rPr lang="en-US" dirty="0"/>
              <a:t>On weekends the screentime is higher</a:t>
            </a:r>
          </a:p>
          <a:p>
            <a:r>
              <a:rPr lang="en-US" dirty="0"/>
              <a:t>Males use more screentime compared to females</a:t>
            </a:r>
          </a:p>
          <a:p>
            <a:pPr marL="0" lvl="0" indent="0" algn="l" rtl="0">
              <a:spcBef>
                <a:spcPts val="0"/>
              </a:spcBef>
              <a:spcAft>
                <a:spcPts val="0"/>
              </a:spcAft>
              <a:buNone/>
            </a:pPr>
            <a:endParaRPr dirty="0"/>
          </a:p>
        </p:txBody>
      </p:sp>
      <p:sp>
        <p:nvSpPr>
          <p:cNvPr id="944" name="Google Shape;944;p30"/>
          <p:cNvSpPr/>
          <p:nvPr/>
        </p:nvSpPr>
        <p:spPr>
          <a:xfrm>
            <a:off x="8308596" y="1441025"/>
            <a:ext cx="731396" cy="72428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4F52079D-1F0A-D987-A61A-8F8DB49FC1E4}"/>
              </a:ext>
            </a:extLst>
          </p:cNvPr>
          <p:cNvPicPr>
            <a:picLocks noChangeAspect="1"/>
          </p:cNvPicPr>
          <p:nvPr/>
        </p:nvPicPr>
        <p:blipFill>
          <a:blip r:embed="rId3"/>
          <a:stretch>
            <a:fillRect/>
          </a:stretch>
        </p:blipFill>
        <p:spPr>
          <a:xfrm>
            <a:off x="4847085" y="1925515"/>
            <a:ext cx="3480063" cy="2565706"/>
          </a:xfrm>
          <a:prstGeom prst="rect">
            <a:avLst/>
          </a:prstGeom>
        </p:spPr>
      </p:pic>
      <p:grpSp>
        <p:nvGrpSpPr>
          <p:cNvPr id="4" name="Google Shape;956;p31">
            <a:extLst>
              <a:ext uri="{FF2B5EF4-FFF2-40B4-BE49-F238E27FC236}">
                <a16:creationId xmlns:a16="http://schemas.microsoft.com/office/drawing/2014/main" id="{C0B40211-D1E1-379C-F5F2-0AD4CA66039A}"/>
              </a:ext>
            </a:extLst>
          </p:cNvPr>
          <p:cNvGrpSpPr/>
          <p:nvPr/>
        </p:nvGrpSpPr>
        <p:grpSpPr>
          <a:xfrm>
            <a:off x="592105" y="936282"/>
            <a:ext cx="548645" cy="504743"/>
            <a:chOff x="980640" y="1140120"/>
            <a:chExt cx="403920" cy="378000"/>
          </a:xfrm>
        </p:grpSpPr>
        <p:sp>
          <p:nvSpPr>
            <p:cNvPr id="5" name="Google Shape;957;p31">
              <a:extLst>
                <a:ext uri="{FF2B5EF4-FFF2-40B4-BE49-F238E27FC236}">
                  <a16:creationId xmlns:a16="http://schemas.microsoft.com/office/drawing/2014/main" id="{8DB86C7E-A7DA-61DA-8580-32E16284A3E7}"/>
                </a:ext>
              </a:extLst>
            </p:cNvPr>
            <p:cNvSpPr/>
            <p:nvPr/>
          </p:nvSpPr>
          <p:spPr>
            <a:xfrm>
              <a:off x="1135440" y="1148760"/>
              <a:ext cx="94320" cy="101880"/>
            </a:xfrm>
            <a:custGeom>
              <a:avLst/>
              <a:gdLst/>
              <a:ahLst/>
              <a:cxnLst/>
              <a:rect l="l" t="t" r="r" b="b"/>
              <a:pathLst>
                <a:path w="262" h="283" extrusionOk="0">
                  <a:moveTo>
                    <a:pt x="259" y="153"/>
                  </a:moveTo>
                  <a:lnTo>
                    <a:pt x="142" y="5"/>
                  </a:lnTo>
                  <a:cubicBezTo>
                    <a:pt x="136" y="-1"/>
                    <a:pt x="126" y="-1"/>
                    <a:pt x="121" y="5"/>
                  </a:cubicBezTo>
                  <a:lnTo>
                    <a:pt x="3" y="153"/>
                  </a:lnTo>
                  <a:cubicBezTo>
                    <a:pt x="-4" y="161"/>
                    <a:pt x="2" y="174"/>
                    <a:pt x="13" y="174"/>
                  </a:cubicBezTo>
                  <a:lnTo>
                    <a:pt x="45" y="174"/>
                  </a:lnTo>
                  <a:cubicBezTo>
                    <a:pt x="53" y="174"/>
                    <a:pt x="59" y="180"/>
                    <a:pt x="59" y="187"/>
                  </a:cubicBezTo>
                  <a:lnTo>
                    <a:pt x="59" y="270"/>
                  </a:lnTo>
                  <a:cubicBezTo>
                    <a:pt x="59" y="277"/>
                    <a:pt x="65" y="283"/>
                    <a:pt x="72" y="283"/>
                  </a:cubicBezTo>
                  <a:lnTo>
                    <a:pt x="191" y="283"/>
                  </a:lnTo>
                  <a:cubicBezTo>
                    <a:pt x="198" y="283"/>
                    <a:pt x="204" y="277"/>
                    <a:pt x="204" y="270"/>
                  </a:cubicBezTo>
                  <a:lnTo>
                    <a:pt x="204" y="187"/>
                  </a:lnTo>
                  <a:cubicBezTo>
                    <a:pt x="204" y="180"/>
                    <a:pt x="210" y="174"/>
                    <a:pt x="217" y="174"/>
                  </a:cubicBezTo>
                  <a:lnTo>
                    <a:pt x="249" y="174"/>
                  </a:lnTo>
                  <a:cubicBezTo>
                    <a:pt x="260" y="174"/>
                    <a:pt x="266" y="161"/>
                    <a:pt x="259" y="153"/>
                  </a:cubicBezTo>
                  <a:close/>
                </a:path>
              </a:pathLst>
            </a:custGeom>
            <a:solidFill>
              <a:srgbClr val="EB6E8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 name="Google Shape;958;p31">
              <a:extLst>
                <a:ext uri="{FF2B5EF4-FFF2-40B4-BE49-F238E27FC236}">
                  <a16:creationId xmlns:a16="http://schemas.microsoft.com/office/drawing/2014/main" id="{FA644347-7EF5-0115-314C-41BE275CD230}"/>
                </a:ext>
              </a:extLst>
            </p:cNvPr>
            <p:cNvSpPr/>
            <p:nvPr/>
          </p:nvSpPr>
          <p:spPr>
            <a:xfrm>
              <a:off x="986760" y="1145880"/>
              <a:ext cx="392040" cy="366120"/>
            </a:xfrm>
            <a:custGeom>
              <a:avLst/>
              <a:gdLst/>
              <a:ahLst/>
              <a:cxnLst/>
              <a:rect l="l" t="t" r="r" b="b"/>
              <a:pathLst>
                <a:path w="1089" h="1017" extrusionOk="0">
                  <a:moveTo>
                    <a:pt x="72" y="931"/>
                  </a:moveTo>
                  <a:lnTo>
                    <a:pt x="72" y="14"/>
                  </a:lnTo>
                  <a:cubicBezTo>
                    <a:pt x="72" y="6"/>
                    <a:pt x="66" y="0"/>
                    <a:pt x="59" y="0"/>
                  </a:cubicBezTo>
                  <a:lnTo>
                    <a:pt x="13" y="0"/>
                  </a:lnTo>
                  <a:cubicBezTo>
                    <a:pt x="5" y="0"/>
                    <a:pt x="0" y="6"/>
                    <a:pt x="0" y="14"/>
                  </a:cubicBezTo>
                  <a:lnTo>
                    <a:pt x="0" y="1017"/>
                  </a:lnTo>
                  <a:lnTo>
                    <a:pt x="1076" y="1017"/>
                  </a:lnTo>
                  <a:cubicBezTo>
                    <a:pt x="1083" y="1017"/>
                    <a:pt x="1089" y="1011"/>
                    <a:pt x="1089" y="1004"/>
                  </a:cubicBezTo>
                  <a:lnTo>
                    <a:pt x="1089" y="958"/>
                  </a:lnTo>
                  <a:cubicBezTo>
                    <a:pt x="1089" y="951"/>
                    <a:pt x="1083" y="945"/>
                    <a:pt x="1076" y="945"/>
                  </a:cubicBezTo>
                  <a:lnTo>
                    <a:pt x="85" y="945"/>
                  </a:lnTo>
                  <a:cubicBezTo>
                    <a:pt x="78" y="945"/>
                    <a:pt x="72" y="939"/>
                    <a:pt x="72" y="931"/>
                  </a:cubicBezTo>
                  <a:close/>
                </a:path>
              </a:pathLst>
            </a:custGeom>
            <a:solidFill>
              <a:srgbClr val="DDFBF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 name="Google Shape;959;p31">
              <a:extLst>
                <a:ext uri="{FF2B5EF4-FFF2-40B4-BE49-F238E27FC236}">
                  <a16:creationId xmlns:a16="http://schemas.microsoft.com/office/drawing/2014/main" id="{B687F7C3-EB9B-4CD4-A383-E9A25FD7282D}"/>
                </a:ext>
              </a:extLst>
            </p:cNvPr>
            <p:cNvSpPr/>
            <p:nvPr/>
          </p:nvSpPr>
          <p:spPr>
            <a:xfrm>
              <a:off x="1064880" y="1381320"/>
              <a:ext cx="52560" cy="78480"/>
            </a:xfrm>
            <a:custGeom>
              <a:avLst/>
              <a:gdLst/>
              <a:ahLst/>
              <a:cxnLst/>
              <a:rect l="l" t="t" r="r" b="b"/>
              <a:pathLst>
                <a:path w="146" h="218" extrusionOk="0">
                  <a:moveTo>
                    <a:pt x="133" y="0"/>
                  </a:moveTo>
                  <a:lnTo>
                    <a:pt x="14" y="0"/>
                  </a:lnTo>
                  <a:cubicBezTo>
                    <a:pt x="6" y="0"/>
                    <a:pt x="0" y="6"/>
                    <a:pt x="0" y="13"/>
                  </a:cubicBezTo>
                  <a:lnTo>
                    <a:pt x="0" y="205"/>
                  </a:lnTo>
                  <a:cubicBezTo>
                    <a:pt x="0" y="212"/>
                    <a:pt x="6" y="218"/>
                    <a:pt x="14" y="218"/>
                  </a:cubicBezTo>
                  <a:lnTo>
                    <a:pt x="133" y="218"/>
                  </a:lnTo>
                  <a:cubicBezTo>
                    <a:pt x="140" y="218"/>
                    <a:pt x="146" y="212"/>
                    <a:pt x="146" y="205"/>
                  </a:cubicBezTo>
                  <a:lnTo>
                    <a:pt x="146" y="13"/>
                  </a:lnTo>
                  <a:cubicBezTo>
                    <a:pt x="146" y="6"/>
                    <a:pt x="140" y="0"/>
                    <a:pt x="133" y="0"/>
                  </a:cubicBezTo>
                  <a:close/>
                </a:path>
              </a:pathLst>
            </a:custGeom>
            <a:solidFill>
              <a:srgbClr val="008F95"/>
            </a:solidFill>
            <a:ln>
              <a:noFill/>
            </a:ln>
          </p:spPr>
          <p:txBody>
            <a:bodyPr spcFirstLastPara="1" wrap="square" lIns="90000" tIns="33475" rIns="90000" bIns="334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 name="Google Shape;960;p31">
              <a:extLst>
                <a:ext uri="{FF2B5EF4-FFF2-40B4-BE49-F238E27FC236}">
                  <a16:creationId xmlns:a16="http://schemas.microsoft.com/office/drawing/2014/main" id="{4C733919-D262-BE53-1EFC-49731C0A7CD8}"/>
                </a:ext>
              </a:extLst>
            </p:cNvPr>
            <p:cNvSpPr/>
            <p:nvPr/>
          </p:nvSpPr>
          <p:spPr>
            <a:xfrm>
              <a:off x="1169640" y="1329120"/>
              <a:ext cx="52200" cy="130680"/>
            </a:xfrm>
            <a:custGeom>
              <a:avLst/>
              <a:gdLst/>
              <a:ahLst/>
              <a:cxnLst/>
              <a:rect l="l" t="t" r="r" b="b"/>
              <a:pathLst>
                <a:path w="145" h="363" extrusionOk="0">
                  <a:moveTo>
                    <a:pt x="132" y="0"/>
                  </a:moveTo>
                  <a:lnTo>
                    <a:pt x="13" y="0"/>
                  </a:lnTo>
                  <a:cubicBezTo>
                    <a:pt x="6" y="0"/>
                    <a:pt x="0" y="6"/>
                    <a:pt x="0" y="13"/>
                  </a:cubicBezTo>
                  <a:lnTo>
                    <a:pt x="0" y="350"/>
                  </a:lnTo>
                  <a:cubicBezTo>
                    <a:pt x="0" y="357"/>
                    <a:pt x="6" y="363"/>
                    <a:pt x="13" y="363"/>
                  </a:cubicBezTo>
                  <a:lnTo>
                    <a:pt x="132" y="363"/>
                  </a:lnTo>
                  <a:cubicBezTo>
                    <a:pt x="139" y="363"/>
                    <a:pt x="145" y="357"/>
                    <a:pt x="145" y="350"/>
                  </a:cubicBezTo>
                  <a:lnTo>
                    <a:pt x="145" y="13"/>
                  </a:lnTo>
                  <a:cubicBezTo>
                    <a:pt x="145" y="6"/>
                    <a:pt x="139" y="0"/>
                    <a:pt x="132"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 name="Google Shape;961;p31">
              <a:extLst>
                <a:ext uri="{FF2B5EF4-FFF2-40B4-BE49-F238E27FC236}">
                  <a16:creationId xmlns:a16="http://schemas.microsoft.com/office/drawing/2014/main" id="{17F71E5B-B39B-F74B-4A81-2CAEC921067C}"/>
                </a:ext>
              </a:extLst>
            </p:cNvPr>
            <p:cNvSpPr/>
            <p:nvPr/>
          </p:nvSpPr>
          <p:spPr>
            <a:xfrm>
              <a:off x="1274400" y="1276920"/>
              <a:ext cx="52200" cy="182880"/>
            </a:xfrm>
            <a:custGeom>
              <a:avLst/>
              <a:gdLst/>
              <a:ahLst/>
              <a:cxnLst/>
              <a:rect l="l" t="t" r="r" b="b"/>
              <a:pathLst>
                <a:path w="145" h="508" extrusionOk="0">
                  <a:moveTo>
                    <a:pt x="132" y="0"/>
                  </a:moveTo>
                  <a:lnTo>
                    <a:pt x="13" y="0"/>
                  </a:lnTo>
                  <a:cubicBezTo>
                    <a:pt x="5" y="0"/>
                    <a:pt x="0" y="5"/>
                    <a:pt x="0" y="13"/>
                  </a:cubicBezTo>
                  <a:lnTo>
                    <a:pt x="0" y="495"/>
                  </a:lnTo>
                  <a:cubicBezTo>
                    <a:pt x="0" y="502"/>
                    <a:pt x="5" y="508"/>
                    <a:pt x="13" y="508"/>
                  </a:cubicBezTo>
                  <a:lnTo>
                    <a:pt x="132" y="508"/>
                  </a:lnTo>
                  <a:cubicBezTo>
                    <a:pt x="139" y="508"/>
                    <a:pt x="145" y="502"/>
                    <a:pt x="145" y="495"/>
                  </a:cubicBezTo>
                  <a:lnTo>
                    <a:pt x="145" y="13"/>
                  </a:lnTo>
                  <a:cubicBezTo>
                    <a:pt x="145" y="5"/>
                    <a:pt x="139" y="0"/>
                    <a:pt x="132"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 name="Google Shape;962;p31">
              <a:extLst>
                <a:ext uri="{FF2B5EF4-FFF2-40B4-BE49-F238E27FC236}">
                  <a16:creationId xmlns:a16="http://schemas.microsoft.com/office/drawing/2014/main" id="{10FECAF5-DCAF-0960-EA1C-DCF14AC14687}"/>
                </a:ext>
              </a:extLst>
            </p:cNvPr>
            <p:cNvSpPr/>
            <p:nvPr/>
          </p:nvSpPr>
          <p:spPr>
            <a:xfrm>
              <a:off x="1357560" y="1486080"/>
              <a:ext cx="21240" cy="25920"/>
            </a:xfrm>
            <a:custGeom>
              <a:avLst/>
              <a:gdLst/>
              <a:ahLst/>
              <a:cxnLst/>
              <a:rect l="l" t="t" r="r" b="b"/>
              <a:pathLst>
                <a:path w="59" h="72" extrusionOk="0">
                  <a:moveTo>
                    <a:pt x="46" y="0"/>
                  </a:moveTo>
                  <a:lnTo>
                    <a:pt x="0" y="0"/>
                  </a:lnTo>
                  <a:cubicBezTo>
                    <a:pt x="7" y="0"/>
                    <a:pt x="13" y="6"/>
                    <a:pt x="13" y="13"/>
                  </a:cubicBezTo>
                  <a:lnTo>
                    <a:pt x="13" y="59"/>
                  </a:lnTo>
                  <a:cubicBezTo>
                    <a:pt x="13" y="66"/>
                    <a:pt x="7" y="72"/>
                    <a:pt x="0" y="72"/>
                  </a:cubicBezTo>
                  <a:lnTo>
                    <a:pt x="46" y="72"/>
                  </a:lnTo>
                  <a:cubicBezTo>
                    <a:pt x="53" y="72"/>
                    <a:pt x="59" y="66"/>
                    <a:pt x="59" y="59"/>
                  </a:cubicBezTo>
                  <a:lnTo>
                    <a:pt x="59" y="13"/>
                  </a:lnTo>
                  <a:cubicBezTo>
                    <a:pt x="59" y="6"/>
                    <a:pt x="53" y="0"/>
                    <a:pt x="46" y="0"/>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 name="Google Shape;963;p31">
              <a:extLst>
                <a:ext uri="{FF2B5EF4-FFF2-40B4-BE49-F238E27FC236}">
                  <a16:creationId xmlns:a16="http://schemas.microsoft.com/office/drawing/2014/main" id="{210C5C96-147C-5204-0304-7886552796EF}"/>
                </a:ext>
              </a:extLst>
            </p:cNvPr>
            <p:cNvSpPr/>
            <p:nvPr/>
          </p:nvSpPr>
          <p:spPr>
            <a:xfrm>
              <a:off x="980640" y="1140120"/>
              <a:ext cx="403920" cy="378000"/>
            </a:xfrm>
            <a:custGeom>
              <a:avLst/>
              <a:gdLst/>
              <a:ahLst/>
              <a:cxnLst/>
              <a:rect l="l" t="t" r="r" b="b"/>
              <a:pathLst>
                <a:path w="1122" h="1050" extrusionOk="0">
                  <a:moveTo>
                    <a:pt x="1090" y="1017"/>
                  </a:moveTo>
                  <a:lnTo>
                    <a:pt x="1050" y="1017"/>
                  </a:lnTo>
                  <a:lnTo>
                    <a:pt x="1050" y="977"/>
                  </a:lnTo>
                  <a:lnTo>
                    <a:pt x="1090" y="977"/>
                  </a:lnTo>
                  <a:lnTo>
                    <a:pt x="1090" y="1017"/>
                  </a:lnTo>
                  <a:moveTo>
                    <a:pt x="33" y="33"/>
                  </a:moveTo>
                  <a:lnTo>
                    <a:pt x="73" y="33"/>
                  </a:lnTo>
                  <a:lnTo>
                    <a:pt x="73" y="73"/>
                  </a:lnTo>
                  <a:lnTo>
                    <a:pt x="33" y="73"/>
                  </a:lnTo>
                  <a:lnTo>
                    <a:pt x="33" y="33"/>
                  </a:lnTo>
                  <a:moveTo>
                    <a:pt x="1106" y="944"/>
                  </a:moveTo>
                  <a:lnTo>
                    <a:pt x="106" y="944"/>
                  </a:lnTo>
                  <a:lnTo>
                    <a:pt x="106" y="16"/>
                  </a:lnTo>
                  <a:cubicBezTo>
                    <a:pt x="106" y="7"/>
                    <a:pt x="98" y="0"/>
                    <a:pt x="89" y="0"/>
                  </a:cubicBezTo>
                  <a:lnTo>
                    <a:pt x="17" y="0"/>
                  </a:lnTo>
                  <a:cubicBezTo>
                    <a:pt x="12" y="0"/>
                    <a:pt x="8" y="2"/>
                    <a:pt x="5" y="5"/>
                  </a:cubicBezTo>
                  <a:cubicBezTo>
                    <a:pt x="2" y="8"/>
                    <a:pt x="0" y="12"/>
                    <a:pt x="0" y="16"/>
                  </a:cubicBezTo>
                  <a:lnTo>
                    <a:pt x="0" y="89"/>
                  </a:lnTo>
                  <a:lnTo>
                    <a:pt x="0" y="89"/>
                  </a:lnTo>
                  <a:lnTo>
                    <a:pt x="0" y="1033"/>
                  </a:lnTo>
                  <a:cubicBezTo>
                    <a:pt x="0" y="1042"/>
                    <a:pt x="7" y="1050"/>
                    <a:pt x="17" y="1050"/>
                  </a:cubicBezTo>
                  <a:lnTo>
                    <a:pt x="130" y="1050"/>
                  </a:lnTo>
                  <a:cubicBezTo>
                    <a:pt x="139" y="1050"/>
                    <a:pt x="147" y="1042"/>
                    <a:pt x="147" y="1033"/>
                  </a:cubicBezTo>
                  <a:cubicBezTo>
                    <a:pt x="147" y="1024"/>
                    <a:pt x="139" y="1017"/>
                    <a:pt x="130" y="1017"/>
                  </a:cubicBezTo>
                  <a:lnTo>
                    <a:pt x="33" y="1017"/>
                  </a:lnTo>
                  <a:lnTo>
                    <a:pt x="33" y="105"/>
                  </a:lnTo>
                  <a:lnTo>
                    <a:pt x="73" y="105"/>
                  </a:lnTo>
                  <a:lnTo>
                    <a:pt x="73" y="961"/>
                  </a:lnTo>
                  <a:cubicBezTo>
                    <a:pt x="73" y="970"/>
                    <a:pt x="80" y="977"/>
                    <a:pt x="89" y="977"/>
                  </a:cubicBezTo>
                  <a:lnTo>
                    <a:pt x="1017" y="977"/>
                  </a:lnTo>
                  <a:lnTo>
                    <a:pt x="1017" y="1017"/>
                  </a:lnTo>
                  <a:lnTo>
                    <a:pt x="196" y="1017"/>
                  </a:lnTo>
                  <a:cubicBezTo>
                    <a:pt x="187" y="1017"/>
                    <a:pt x="180" y="1024"/>
                    <a:pt x="180" y="1033"/>
                  </a:cubicBezTo>
                  <a:cubicBezTo>
                    <a:pt x="180" y="1042"/>
                    <a:pt x="187" y="1050"/>
                    <a:pt x="196" y="1050"/>
                  </a:cubicBezTo>
                  <a:lnTo>
                    <a:pt x="1106" y="1050"/>
                  </a:lnTo>
                  <a:cubicBezTo>
                    <a:pt x="1115" y="1050"/>
                    <a:pt x="1122" y="1042"/>
                    <a:pt x="1122" y="1033"/>
                  </a:cubicBezTo>
                  <a:lnTo>
                    <a:pt x="1122" y="961"/>
                  </a:lnTo>
                  <a:cubicBezTo>
                    <a:pt x="1122" y="952"/>
                    <a:pt x="1115" y="944"/>
                    <a:pt x="1106" y="944"/>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 name="Google Shape;964;p31">
              <a:extLst>
                <a:ext uri="{FF2B5EF4-FFF2-40B4-BE49-F238E27FC236}">
                  <a16:creationId xmlns:a16="http://schemas.microsoft.com/office/drawing/2014/main" id="{4C1D4BFC-8CEE-6BBC-93A3-4DFD4F8ECC8A}"/>
                </a:ext>
              </a:extLst>
            </p:cNvPr>
            <p:cNvSpPr/>
            <p:nvPr/>
          </p:nvSpPr>
          <p:spPr>
            <a:xfrm>
              <a:off x="1059120" y="1375560"/>
              <a:ext cx="64080" cy="90000"/>
            </a:xfrm>
            <a:custGeom>
              <a:avLst/>
              <a:gdLst/>
              <a:ahLst/>
              <a:cxnLst/>
              <a:rect l="l" t="t" r="r" b="b"/>
              <a:pathLst>
                <a:path w="178" h="250" extrusionOk="0">
                  <a:moveTo>
                    <a:pt x="33" y="33"/>
                  </a:moveTo>
                  <a:lnTo>
                    <a:pt x="145" y="33"/>
                  </a:lnTo>
                  <a:lnTo>
                    <a:pt x="145" y="218"/>
                  </a:lnTo>
                  <a:lnTo>
                    <a:pt x="33" y="218"/>
                  </a:lnTo>
                  <a:lnTo>
                    <a:pt x="33" y="33"/>
                  </a:lnTo>
                  <a:moveTo>
                    <a:pt x="16" y="250"/>
                  </a:moveTo>
                  <a:lnTo>
                    <a:pt x="162" y="250"/>
                  </a:lnTo>
                  <a:cubicBezTo>
                    <a:pt x="171" y="250"/>
                    <a:pt x="178" y="243"/>
                    <a:pt x="178" y="234"/>
                  </a:cubicBezTo>
                  <a:lnTo>
                    <a:pt x="178" y="16"/>
                  </a:lnTo>
                  <a:cubicBezTo>
                    <a:pt x="178" y="7"/>
                    <a:pt x="171" y="0"/>
                    <a:pt x="162" y="0"/>
                  </a:cubicBezTo>
                  <a:lnTo>
                    <a:pt x="16" y="0"/>
                  </a:lnTo>
                  <a:cubicBezTo>
                    <a:pt x="7" y="0"/>
                    <a:pt x="0" y="7"/>
                    <a:pt x="0" y="16"/>
                  </a:cubicBezTo>
                  <a:lnTo>
                    <a:pt x="0" y="234"/>
                  </a:lnTo>
                  <a:cubicBezTo>
                    <a:pt x="0" y="243"/>
                    <a:pt x="7" y="250"/>
                    <a:pt x="16" y="250"/>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 name="Google Shape;965;p31">
              <a:extLst>
                <a:ext uri="{FF2B5EF4-FFF2-40B4-BE49-F238E27FC236}">
                  <a16:creationId xmlns:a16="http://schemas.microsoft.com/office/drawing/2014/main" id="{66F349A7-3B29-01A3-B2FB-73F9764C7B45}"/>
                </a:ext>
              </a:extLst>
            </p:cNvPr>
            <p:cNvSpPr/>
            <p:nvPr/>
          </p:nvSpPr>
          <p:spPr>
            <a:xfrm>
              <a:off x="1163880" y="1323000"/>
              <a:ext cx="64080" cy="142560"/>
            </a:xfrm>
            <a:custGeom>
              <a:avLst/>
              <a:gdLst/>
              <a:ahLst/>
              <a:cxnLst/>
              <a:rect l="l" t="t" r="r" b="b"/>
              <a:pathLst>
                <a:path w="178" h="396" extrusionOk="0">
                  <a:moveTo>
                    <a:pt x="32" y="33"/>
                  </a:moveTo>
                  <a:lnTo>
                    <a:pt x="145" y="33"/>
                  </a:lnTo>
                  <a:lnTo>
                    <a:pt x="145" y="364"/>
                  </a:lnTo>
                  <a:lnTo>
                    <a:pt x="32" y="364"/>
                  </a:lnTo>
                  <a:lnTo>
                    <a:pt x="32" y="33"/>
                  </a:lnTo>
                  <a:moveTo>
                    <a:pt x="0" y="17"/>
                  </a:moveTo>
                  <a:lnTo>
                    <a:pt x="0" y="380"/>
                  </a:lnTo>
                  <a:cubicBezTo>
                    <a:pt x="0" y="389"/>
                    <a:pt x="7" y="396"/>
                    <a:pt x="16" y="396"/>
                  </a:cubicBezTo>
                  <a:lnTo>
                    <a:pt x="161" y="396"/>
                  </a:lnTo>
                  <a:cubicBezTo>
                    <a:pt x="170" y="396"/>
                    <a:pt x="178" y="389"/>
                    <a:pt x="178" y="380"/>
                  </a:cubicBezTo>
                  <a:lnTo>
                    <a:pt x="178" y="17"/>
                  </a:lnTo>
                  <a:cubicBezTo>
                    <a:pt x="178" y="8"/>
                    <a:pt x="170" y="0"/>
                    <a:pt x="161" y="0"/>
                  </a:cubicBezTo>
                  <a:lnTo>
                    <a:pt x="16" y="0"/>
                  </a:lnTo>
                  <a:cubicBezTo>
                    <a:pt x="7" y="0"/>
                    <a:pt x="0" y="8"/>
                    <a:pt x="0" y="17"/>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 name="Google Shape;966;p31">
              <a:extLst>
                <a:ext uri="{FF2B5EF4-FFF2-40B4-BE49-F238E27FC236}">
                  <a16:creationId xmlns:a16="http://schemas.microsoft.com/office/drawing/2014/main" id="{A4D4AFE9-F93C-DCDA-B629-9C3ED387D210}"/>
                </a:ext>
              </a:extLst>
            </p:cNvPr>
            <p:cNvSpPr/>
            <p:nvPr/>
          </p:nvSpPr>
          <p:spPr>
            <a:xfrm>
              <a:off x="1268655" y="1270800"/>
              <a:ext cx="64080" cy="194760"/>
            </a:xfrm>
            <a:custGeom>
              <a:avLst/>
              <a:gdLst/>
              <a:ahLst/>
              <a:cxnLst/>
              <a:rect l="l" t="t" r="r" b="b"/>
              <a:pathLst>
                <a:path w="178" h="541" extrusionOk="0">
                  <a:moveTo>
                    <a:pt x="33" y="33"/>
                  </a:moveTo>
                  <a:lnTo>
                    <a:pt x="145" y="33"/>
                  </a:lnTo>
                  <a:lnTo>
                    <a:pt x="145" y="509"/>
                  </a:lnTo>
                  <a:lnTo>
                    <a:pt x="33" y="509"/>
                  </a:lnTo>
                  <a:lnTo>
                    <a:pt x="33" y="33"/>
                  </a:lnTo>
                  <a:moveTo>
                    <a:pt x="16" y="541"/>
                  </a:moveTo>
                  <a:lnTo>
                    <a:pt x="162" y="541"/>
                  </a:lnTo>
                  <a:cubicBezTo>
                    <a:pt x="171" y="541"/>
                    <a:pt x="178" y="534"/>
                    <a:pt x="178" y="525"/>
                  </a:cubicBezTo>
                  <a:lnTo>
                    <a:pt x="178" y="17"/>
                  </a:lnTo>
                  <a:cubicBezTo>
                    <a:pt x="178" y="7"/>
                    <a:pt x="171" y="0"/>
                    <a:pt x="162" y="0"/>
                  </a:cubicBezTo>
                  <a:lnTo>
                    <a:pt x="16" y="0"/>
                  </a:lnTo>
                  <a:cubicBezTo>
                    <a:pt x="7" y="0"/>
                    <a:pt x="0" y="7"/>
                    <a:pt x="0" y="17"/>
                  </a:cubicBezTo>
                  <a:lnTo>
                    <a:pt x="0" y="525"/>
                  </a:lnTo>
                  <a:cubicBezTo>
                    <a:pt x="0" y="534"/>
                    <a:pt x="7" y="541"/>
                    <a:pt x="16" y="541"/>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 name="Google Shape;967;p31">
              <a:extLst>
                <a:ext uri="{FF2B5EF4-FFF2-40B4-BE49-F238E27FC236}">
                  <a16:creationId xmlns:a16="http://schemas.microsoft.com/office/drawing/2014/main" id="{345544BF-6A73-8AAD-21F8-B72B42CFE9A1}"/>
                </a:ext>
              </a:extLst>
            </p:cNvPr>
            <p:cNvSpPr/>
            <p:nvPr/>
          </p:nvSpPr>
          <p:spPr>
            <a:xfrm>
              <a:off x="1124280" y="1140120"/>
              <a:ext cx="116640" cy="116280"/>
            </a:xfrm>
            <a:custGeom>
              <a:avLst/>
              <a:gdLst/>
              <a:ahLst/>
              <a:cxnLst/>
              <a:rect l="l" t="t" r="r" b="b"/>
              <a:pathLst>
                <a:path w="324" h="323" extrusionOk="0">
                  <a:moveTo>
                    <a:pt x="162" y="43"/>
                  </a:moveTo>
                  <a:lnTo>
                    <a:pt x="273" y="182"/>
                  </a:lnTo>
                  <a:lnTo>
                    <a:pt x="235" y="182"/>
                  </a:lnTo>
                  <a:cubicBezTo>
                    <a:pt x="226" y="182"/>
                    <a:pt x="218" y="189"/>
                    <a:pt x="218" y="198"/>
                  </a:cubicBezTo>
                  <a:lnTo>
                    <a:pt x="218" y="290"/>
                  </a:lnTo>
                  <a:lnTo>
                    <a:pt x="106" y="290"/>
                  </a:lnTo>
                  <a:lnTo>
                    <a:pt x="106" y="198"/>
                  </a:lnTo>
                  <a:cubicBezTo>
                    <a:pt x="106" y="189"/>
                    <a:pt x="99" y="182"/>
                    <a:pt x="90" y="182"/>
                  </a:cubicBezTo>
                  <a:lnTo>
                    <a:pt x="51" y="182"/>
                  </a:lnTo>
                  <a:lnTo>
                    <a:pt x="162" y="43"/>
                  </a:lnTo>
                  <a:moveTo>
                    <a:pt x="17" y="214"/>
                  </a:moveTo>
                  <a:lnTo>
                    <a:pt x="73" y="214"/>
                  </a:lnTo>
                  <a:lnTo>
                    <a:pt x="73" y="307"/>
                  </a:lnTo>
                  <a:cubicBezTo>
                    <a:pt x="73" y="316"/>
                    <a:pt x="81" y="323"/>
                    <a:pt x="90" y="323"/>
                  </a:cubicBezTo>
                  <a:lnTo>
                    <a:pt x="235" y="323"/>
                  </a:lnTo>
                  <a:cubicBezTo>
                    <a:pt x="244" y="323"/>
                    <a:pt x="251" y="316"/>
                    <a:pt x="251" y="307"/>
                  </a:cubicBezTo>
                  <a:lnTo>
                    <a:pt x="251" y="214"/>
                  </a:lnTo>
                  <a:lnTo>
                    <a:pt x="308" y="214"/>
                  </a:lnTo>
                  <a:cubicBezTo>
                    <a:pt x="314" y="214"/>
                    <a:pt x="320" y="211"/>
                    <a:pt x="322" y="205"/>
                  </a:cubicBezTo>
                  <a:cubicBezTo>
                    <a:pt x="325" y="199"/>
                    <a:pt x="324" y="193"/>
                    <a:pt x="320" y="188"/>
                  </a:cubicBezTo>
                  <a:lnTo>
                    <a:pt x="175" y="6"/>
                  </a:lnTo>
                  <a:cubicBezTo>
                    <a:pt x="172" y="2"/>
                    <a:pt x="167" y="0"/>
                    <a:pt x="162" y="0"/>
                  </a:cubicBezTo>
                  <a:cubicBezTo>
                    <a:pt x="157" y="0"/>
                    <a:pt x="153" y="2"/>
                    <a:pt x="149" y="6"/>
                  </a:cubicBezTo>
                  <a:lnTo>
                    <a:pt x="4" y="188"/>
                  </a:lnTo>
                  <a:cubicBezTo>
                    <a:pt x="0" y="193"/>
                    <a:pt x="-1" y="199"/>
                    <a:pt x="2" y="205"/>
                  </a:cubicBezTo>
                  <a:cubicBezTo>
                    <a:pt x="5" y="211"/>
                    <a:pt x="11" y="214"/>
                    <a:pt x="17" y="214"/>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 name="Google Shape;968;p31">
              <a:extLst>
                <a:ext uri="{FF2B5EF4-FFF2-40B4-BE49-F238E27FC236}">
                  <a16:creationId xmlns:a16="http://schemas.microsoft.com/office/drawing/2014/main" id="{005C0182-954A-B31F-D801-3416A0AB87F2}"/>
                </a:ext>
              </a:extLst>
            </p:cNvPr>
            <p:cNvSpPr/>
            <p:nvPr/>
          </p:nvSpPr>
          <p:spPr>
            <a:xfrm>
              <a:off x="1072080" y="1349280"/>
              <a:ext cx="38160" cy="11880"/>
            </a:xfrm>
            <a:custGeom>
              <a:avLst/>
              <a:gdLst/>
              <a:ahLst/>
              <a:cxnLst/>
              <a:rect l="l" t="t" r="r" b="b"/>
              <a:pathLst>
                <a:path w="106" h="33" extrusionOk="0">
                  <a:moveTo>
                    <a:pt x="17" y="33"/>
                  </a:moveTo>
                  <a:lnTo>
                    <a:pt x="89" y="33"/>
                  </a:lnTo>
                  <a:cubicBezTo>
                    <a:pt x="98" y="33"/>
                    <a:pt x="106" y="26"/>
                    <a:pt x="106" y="16"/>
                  </a:cubicBezTo>
                  <a:cubicBezTo>
                    <a:pt x="106" y="7"/>
                    <a:pt x="98" y="0"/>
                    <a:pt x="89" y="0"/>
                  </a:cubicBezTo>
                  <a:lnTo>
                    <a:pt x="17" y="0"/>
                  </a:lnTo>
                  <a:cubicBezTo>
                    <a:pt x="8" y="0"/>
                    <a:pt x="0" y="7"/>
                    <a:pt x="0" y="16"/>
                  </a:cubicBezTo>
                  <a:cubicBezTo>
                    <a:pt x="0" y="26"/>
                    <a:pt x="8" y="33"/>
                    <a:pt x="17" y="33"/>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 name="Google Shape;969;p31">
              <a:extLst>
                <a:ext uri="{FF2B5EF4-FFF2-40B4-BE49-F238E27FC236}">
                  <a16:creationId xmlns:a16="http://schemas.microsoft.com/office/drawing/2014/main" id="{46747AE9-0284-C94F-4E7D-C37DD62EDCB2}"/>
                </a:ext>
              </a:extLst>
            </p:cNvPr>
            <p:cNvSpPr/>
            <p:nvPr/>
          </p:nvSpPr>
          <p:spPr>
            <a:xfrm>
              <a:off x="1176840" y="1297080"/>
              <a:ext cx="37800" cy="11880"/>
            </a:xfrm>
            <a:custGeom>
              <a:avLst/>
              <a:gdLst/>
              <a:ahLst/>
              <a:cxnLst/>
              <a:rect l="l" t="t" r="r" b="b"/>
              <a:pathLst>
                <a:path w="105" h="33" extrusionOk="0">
                  <a:moveTo>
                    <a:pt x="89" y="33"/>
                  </a:moveTo>
                  <a:cubicBezTo>
                    <a:pt x="98" y="33"/>
                    <a:pt x="105" y="25"/>
                    <a:pt x="105" y="16"/>
                  </a:cubicBezTo>
                  <a:cubicBezTo>
                    <a:pt x="105" y="7"/>
                    <a:pt x="98" y="0"/>
                    <a:pt x="89" y="0"/>
                  </a:cubicBezTo>
                  <a:lnTo>
                    <a:pt x="16" y="0"/>
                  </a:lnTo>
                  <a:cubicBezTo>
                    <a:pt x="7" y="0"/>
                    <a:pt x="0" y="7"/>
                    <a:pt x="0" y="16"/>
                  </a:cubicBezTo>
                  <a:cubicBezTo>
                    <a:pt x="0" y="25"/>
                    <a:pt x="7" y="33"/>
                    <a:pt x="16" y="33"/>
                  </a:cubicBezTo>
                  <a:lnTo>
                    <a:pt x="89" y="33"/>
                  </a:ln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 name="Google Shape;970;p31">
              <a:extLst>
                <a:ext uri="{FF2B5EF4-FFF2-40B4-BE49-F238E27FC236}">
                  <a16:creationId xmlns:a16="http://schemas.microsoft.com/office/drawing/2014/main" id="{02081E20-D034-B9FA-CFDF-B97280A93F01}"/>
                </a:ext>
              </a:extLst>
            </p:cNvPr>
            <p:cNvSpPr/>
            <p:nvPr/>
          </p:nvSpPr>
          <p:spPr>
            <a:xfrm>
              <a:off x="1281240" y="1244520"/>
              <a:ext cx="38160" cy="11880"/>
            </a:xfrm>
            <a:custGeom>
              <a:avLst/>
              <a:gdLst/>
              <a:ahLst/>
              <a:cxnLst/>
              <a:rect l="l" t="t" r="r" b="b"/>
              <a:pathLst>
                <a:path w="106" h="33" extrusionOk="0">
                  <a:moveTo>
                    <a:pt x="17" y="33"/>
                  </a:moveTo>
                  <a:lnTo>
                    <a:pt x="89" y="33"/>
                  </a:lnTo>
                  <a:cubicBezTo>
                    <a:pt x="99" y="33"/>
                    <a:pt x="106" y="26"/>
                    <a:pt x="106" y="17"/>
                  </a:cubicBezTo>
                  <a:cubicBezTo>
                    <a:pt x="106" y="8"/>
                    <a:pt x="99" y="0"/>
                    <a:pt x="89" y="0"/>
                  </a:cubicBezTo>
                  <a:lnTo>
                    <a:pt x="17" y="0"/>
                  </a:lnTo>
                  <a:cubicBezTo>
                    <a:pt x="8" y="0"/>
                    <a:pt x="0" y="8"/>
                    <a:pt x="0" y="17"/>
                  </a:cubicBezTo>
                  <a:cubicBezTo>
                    <a:pt x="0" y="26"/>
                    <a:pt x="8" y="33"/>
                    <a:pt x="17" y="33"/>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31"/>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p>
            <a:pPr lvl="0"/>
            <a:r>
              <a:rPr lang="en-US" sz="2000" dirty="0"/>
              <a:t>Week 5: Cohort &amp; Segment Analysis</a:t>
            </a:r>
            <a:endParaRPr sz="2000" dirty="0"/>
          </a:p>
        </p:txBody>
      </p:sp>
      <p:sp>
        <p:nvSpPr>
          <p:cNvPr id="950" name="Google Shape;950;p31"/>
          <p:cNvSpPr txBox="1">
            <a:spLocks noGrp="1"/>
          </p:cNvSpPr>
          <p:nvPr>
            <p:ph type="subTitle" idx="1"/>
          </p:nvPr>
        </p:nvSpPr>
        <p:spPr>
          <a:xfrm>
            <a:off x="903958" y="1568817"/>
            <a:ext cx="3379826" cy="3344219"/>
          </a:xfrm>
          <a:prstGeom prst="rect">
            <a:avLst/>
          </a:prstGeom>
        </p:spPr>
        <p:txBody>
          <a:bodyPr spcFirstLastPara="1" wrap="square" lIns="91425" tIns="91425" rIns="91425" bIns="91425" anchor="t" anchorCtr="0">
            <a:noAutofit/>
          </a:bodyPr>
          <a:lstStyle/>
          <a:p>
            <a:pPr algn="l"/>
            <a:r>
              <a:rPr lang="en-US" sz="1300" b="1" dirty="0"/>
              <a:t>Advanced Analysis:</a:t>
            </a:r>
            <a:endParaRPr lang="en-US" sz="1300" dirty="0"/>
          </a:p>
          <a:p>
            <a:pPr algn="l">
              <a:buFont typeface="Arial" panose="020B0604020202020204" pitchFamily="34" charset="0"/>
              <a:buChar char="•"/>
            </a:pPr>
            <a:r>
              <a:rPr lang="en-US" sz="1300" dirty="0"/>
              <a:t>Identify top user cohorts</a:t>
            </a:r>
          </a:p>
          <a:p>
            <a:pPr algn="l">
              <a:buFont typeface="Arial" panose="020B0604020202020204" pitchFamily="34" charset="0"/>
              <a:buChar char="•"/>
            </a:pPr>
            <a:r>
              <a:rPr lang="en-US" sz="1300" dirty="0"/>
              <a:t>Age band × device type combos</a:t>
            </a:r>
          </a:p>
          <a:p>
            <a:pPr algn="l">
              <a:buFont typeface="Arial" panose="020B0604020202020204" pitchFamily="34" charset="0"/>
              <a:buChar char="•"/>
            </a:pPr>
            <a:r>
              <a:rPr lang="en-US" sz="1300" dirty="0"/>
              <a:t>Heatmaps for demographic vs activity</a:t>
            </a:r>
          </a:p>
          <a:p>
            <a:pPr algn="l">
              <a:buFont typeface="Arial" panose="020B0604020202020204" pitchFamily="34" charset="0"/>
              <a:buChar char="•"/>
            </a:pPr>
            <a:r>
              <a:rPr lang="en-US" sz="1300" dirty="0"/>
              <a:t>Stacked charts for usage clusters</a:t>
            </a:r>
          </a:p>
          <a:p>
            <a:pPr algn="l"/>
            <a:r>
              <a:rPr lang="en-US" sz="1300" b="1" dirty="0"/>
              <a:t>Insights:</a:t>
            </a:r>
            <a:endParaRPr lang="en-US" sz="1300" dirty="0"/>
          </a:p>
          <a:p>
            <a:pPr algn="l">
              <a:buFont typeface="Arial" panose="020B0604020202020204" pitchFamily="34" charset="0"/>
              <a:buChar char="•"/>
            </a:pPr>
            <a:r>
              <a:rPr lang="en-US" sz="1300" dirty="0"/>
              <a:t>11-15 segment uses screens the most</a:t>
            </a:r>
          </a:p>
          <a:p>
            <a:pPr algn="l">
              <a:buFont typeface="Arial" panose="020B0604020202020204" pitchFamily="34" charset="0"/>
              <a:buChar char="•"/>
            </a:pPr>
            <a:r>
              <a:rPr lang="en-US" sz="1300" dirty="0"/>
              <a:t>Urban kids are more contributing to the most screentime.</a:t>
            </a:r>
          </a:p>
        </p:txBody>
      </p:sp>
      <p:grpSp>
        <p:nvGrpSpPr>
          <p:cNvPr id="1002" name="Google Shape;1002;p31"/>
          <p:cNvGrpSpPr/>
          <p:nvPr/>
        </p:nvGrpSpPr>
        <p:grpSpPr>
          <a:xfrm rot="899858">
            <a:off x="4214975" y="4207883"/>
            <a:ext cx="613580" cy="1034852"/>
            <a:chOff x="6814440" y="1026720"/>
            <a:chExt cx="1223280" cy="2063160"/>
          </a:xfrm>
        </p:grpSpPr>
        <p:sp>
          <p:nvSpPr>
            <p:cNvPr id="1003" name="Google Shape;1003;p31"/>
            <p:cNvSpPr/>
            <p:nvPr/>
          </p:nvSpPr>
          <p:spPr>
            <a:xfrm>
              <a:off x="6814440" y="1026720"/>
              <a:ext cx="1223280" cy="1574640"/>
            </a:xfrm>
            <a:custGeom>
              <a:avLst/>
              <a:gdLst/>
              <a:ahLst/>
              <a:cxnLst/>
              <a:rect l="l" t="t" r="r" b="b"/>
              <a:pathLst>
                <a:path w="3398" h="4374" extrusionOk="0">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04" name="Google Shape;1004;p31"/>
            <p:cNvSpPr/>
            <p:nvPr/>
          </p:nvSpPr>
          <p:spPr>
            <a:xfrm>
              <a:off x="7145280" y="2540880"/>
              <a:ext cx="576720" cy="412560"/>
            </a:xfrm>
            <a:custGeom>
              <a:avLst/>
              <a:gdLst/>
              <a:ahLst/>
              <a:cxnLst/>
              <a:rect l="l" t="t" r="r" b="b"/>
              <a:pathLst>
                <a:path w="1602" h="1146" extrusionOk="0">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05" name="Google Shape;1005;p31"/>
            <p:cNvSpPr/>
            <p:nvPr/>
          </p:nvSpPr>
          <p:spPr>
            <a:xfrm>
              <a:off x="7115040" y="1859400"/>
              <a:ext cx="583200" cy="661320"/>
            </a:xfrm>
            <a:custGeom>
              <a:avLst/>
              <a:gdLst/>
              <a:ahLst/>
              <a:cxnLst/>
              <a:rect l="l" t="t" r="r" b="b"/>
              <a:pathLst>
                <a:path w="1620" h="1837" extrusionOk="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06" name="Google Shape;1006;p31"/>
            <p:cNvSpPr/>
            <p:nvPr/>
          </p:nvSpPr>
          <p:spPr>
            <a:xfrm>
              <a:off x="7079040" y="2500560"/>
              <a:ext cx="709560" cy="73800"/>
            </a:xfrm>
            <a:custGeom>
              <a:avLst/>
              <a:gdLst/>
              <a:ahLst/>
              <a:cxnLst/>
              <a:rect l="l" t="t" r="r" b="b"/>
              <a:pathLst>
                <a:path w="1971" h="205" extrusionOk="0">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800" rIns="90000" bIns="28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07" name="Google Shape;1007;p31"/>
            <p:cNvSpPr/>
            <p:nvPr/>
          </p:nvSpPr>
          <p:spPr>
            <a:xfrm>
              <a:off x="7079040" y="2613600"/>
              <a:ext cx="709560" cy="73440"/>
            </a:xfrm>
            <a:custGeom>
              <a:avLst/>
              <a:gdLst/>
              <a:ahLst/>
              <a:cxnLst/>
              <a:rect l="l" t="t" r="r" b="b"/>
              <a:pathLst>
                <a:path w="1971" h="204" extrusionOk="0">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08" name="Google Shape;1008;p31"/>
            <p:cNvSpPr/>
            <p:nvPr/>
          </p:nvSpPr>
          <p:spPr>
            <a:xfrm>
              <a:off x="7079040" y="2726640"/>
              <a:ext cx="709560" cy="73440"/>
            </a:xfrm>
            <a:custGeom>
              <a:avLst/>
              <a:gdLst/>
              <a:ahLst/>
              <a:cxnLst/>
              <a:rect l="l" t="t" r="r" b="b"/>
              <a:pathLst>
                <a:path w="1971" h="204" extrusionOk="0">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09" name="Google Shape;1009;p31"/>
            <p:cNvSpPr/>
            <p:nvPr/>
          </p:nvSpPr>
          <p:spPr>
            <a:xfrm>
              <a:off x="7299000" y="2953440"/>
              <a:ext cx="269280" cy="136440"/>
            </a:xfrm>
            <a:custGeom>
              <a:avLst/>
              <a:gdLst/>
              <a:ahLst/>
              <a:cxnLst/>
              <a:rect l="l" t="t" r="r" b="b"/>
              <a:pathLst>
                <a:path w="748" h="379" extrusionOk="0">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13" name="Picture 12">
            <a:extLst>
              <a:ext uri="{FF2B5EF4-FFF2-40B4-BE49-F238E27FC236}">
                <a16:creationId xmlns:a16="http://schemas.microsoft.com/office/drawing/2014/main" id="{C05E300B-B21E-FA62-CA9B-E8BCF65BE96B}"/>
              </a:ext>
            </a:extLst>
          </p:cNvPr>
          <p:cNvPicPr>
            <a:picLocks noChangeAspect="1"/>
          </p:cNvPicPr>
          <p:nvPr/>
        </p:nvPicPr>
        <p:blipFill>
          <a:blip r:embed="rId3"/>
          <a:stretch>
            <a:fillRect/>
          </a:stretch>
        </p:blipFill>
        <p:spPr>
          <a:xfrm>
            <a:off x="4952004" y="1600376"/>
            <a:ext cx="3250978" cy="2988192"/>
          </a:xfrm>
          <a:prstGeom prst="rect">
            <a:avLst/>
          </a:prstGeom>
        </p:spPr>
      </p:pic>
      <p:pic>
        <p:nvPicPr>
          <p:cNvPr id="14" name="Picture 13">
            <a:extLst>
              <a:ext uri="{FF2B5EF4-FFF2-40B4-BE49-F238E27FC236}">
                <a16:creationId xmlns:a16="http://schemas.microsoft.com/office/drawing/2014/main" id="{D2A25530-F5FA-32E6-1370-5AC77B89F02C}"/>
              </a:ext>
            </a:extLst>
          </p:cNvPr>
          <p:cNvPicPr>
            <a:picLocks noChangeAspect="1"/>
          </p:cNvPicPr>
          <p:nvPr/>
        </p:nvPicPr>
        <p:blipFill>
          <a:blip r:embed="rId4"/>
          <a:stretch>
            <a:fillRect/>
          </a:stretch>
        </p:blipFill>
        <p:spPr>
          <a:xfrm>
            <a:off x="8403664" y="776557"/>
            <a:ext cx="548688" cy="4511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33"/>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en-US" sz="2000" dirty="0"/>
              <a:t>Week 6: Habit/Seasonal Pattern Analysis</a:t>
            </a:r>
            <a:endParaRPr sz="2000" dirty="0"/>
          </a:p>
        </p:txBody>
      </p:sp>
      <p:sp>
        <p:nvSpPr>
          <p:cNvPr id="1089" name="Google Shape;1089;p33"/>
          <p:cNvSpPr txBox="1">
            <a:spLocks noGrp="1"/>
          </p:cNvSpPr>
          <p:nvPr>
            <p:ph type="subTitle" idx="3"/>
          </p:nvPr>
        </p:nvSpPr>
        <p:spPr>
          <a:xfrm>
            <a:off x="5162360" y="1808748"/>
            <a:ext cx="3285774" cy="2754944"/>
          </a:xfrm>
          <a:prstGeom prst="rect">
            <a:avLst/>
          </a:prstGeom>
        </p:spPr>
        <p:txBody>
          <a:bodyPr spcFirstLastPara="1" wrap="square" lIns="91425" tIns="91425" rIns="91425" bIns="91425" anchor="t" anchorCtr="0">
            <a:noAutofit/>
          </a:bodyPr>
          <a:lstStyle/>
          <a:p>
            <a:pPr algn="l"/>
            <a:r>
              <a:rPr lang="en-IN" sz="1300" b="1" dirty="0"/>
              <a:t>Things Analysed:</a:t>
            </a:r>
          </a:p>
          <a:p>
            <a:pPr algn="l">
              <a:buFont typeface="Arial" panose="020B0604020202020204" pitchFamily="34" charset="0"/>
              <a:buChar char="•"/>
            </a:pPr>
            <a:r>
              <a:rPr lang="en-IN" sz="1300" dirty="0"/>
              <a:t>We don’t have dates/timestamps</a:t>
            </a:r>
          </a:p>
          <a:p>
            <a:pPr algn="l">
              <a:buFont typeface="Arial" panose="020B0604020202020204" pitchFamily="34" charset="0"/>
              <a:buChar char="•"/>
            </a:pPr>
            <a:r>
              <a:rPr lang="en-IN" sz="1300" dirty="0"/>
              <a:t>Gender-based behavioural patterns</a:t>
            </a:r>
          </a:p>
          <a:p>
            <a:pPr algn="l">
              <a:buFont typeface="Arial" panose="020B0604020202020204" pitchFamily="34" charset="0"/>
              <a:buChar char="•"/>
            </a:pPr>
            <a:r>
              <a:rPr lang="en-IN" sz="1300" dirty="0"/>
              <a:t>Device preference patterns</a:t>
            </a:r>
          </a:p>
          <a:p>
            <a:pPr algn="l">
              <a:buFont typeface="Arial" panose="020B0604020202020204" pitchFamily="34" charset="0"/>
              <a:buChar char="•"/>
            </a:pPr>
            <a:r>
              <a:rPr lang="en-IN" sz="1300" dirty="0"/>
              <a:t>Activity split (Educational vs Recreational)</a:t>
            </a:r>
          </a:p>
          <a:p>
            <a:pPr algn="l">
              <a:buFont typeface="Arial" panose="020B0604020202020204" pitchFamily="34" charset="0"/>
              <a:buChar char="•"/>
            </a:pPr>
            <a:r>
              <a:rPr lang="en-IN" sz="1300" dirty="0"/>
              <a:t>Ratio differences between groups</a:t>
            </a:r>
          </a:p>
          <a:p>
            <a:pPr algn="l"/>
            <a:r>
              <a:rPr lang="en-IN" sz="1300" b="1" dirty="0"/>
              <a:t>Insights:</a:t>
            </a:r>
            <a:br>
              <a:rPr lang="en-IN" sz="1300" dirty="0"/>
            </a:br>
            <a:r>
              <a:rPr lang="en-IN" sz="1300" dirty="0"/>
              <a:t> 16-18 </a:t>
            </a:r>
            <a:r>
              <a:rPr lang="en-IN" sz="1300" dirty="0" err="1"/>
              <a:t>ageband</a:t>
            </a:r>
            <a:r>
              <a:rPr lang="en-IN" sz="1300" dirty="0"/>
              <a:t> mostly used laptops</a:t>
            </a:r>
            <a:br>
              <a:rPr lang="en-IN" sz="1300" dirty="0"/>
            </a:br>
            <a:r>
              <a:rPr lang="en-IN" sz="1300" dirty="0"/>
              <a:t> Tv is the most used among 6-10</a:t>
            </a:r>
            <a:br>
              <a:rPr lang="en-IN" sz="1300" dirty="0"/>
            </a:br>
            <a:r>
              <a:rPr lang="en-IN" sz="1300" dirty="0"/>
              <a:t> </a:t>
            </a:r>
            <a:endParaRPr dirty="0"/>
          </a:p>
        </p:txBody>
      </p:sp>
      <p:grpSp>
        <p:nvGrpSpPr>
          <p:cNvPr id="1126" name="Google Shape;1126;p33"/>
          <p:cNvGrpSpPr/>
          <p:nvPr/>
        </p:nvGrpSpPr>
        <p:grpSpPr>
          <a:xfrm flipH="1">
            <a:off x="259079" y="1619594"/>
            <a:ext cx="990031" cy="1013340"/>
            <a:chOff x="8264880" y="1119240"/>
            <a:chExt cx="1865520" cy="1909440"/>
          </a:xfrm>
        </p:grpSpPr>
        <p:sp>
          <p:nvSpPr>
            <p:cNvPr id="1127" name="Google Shape;1127;p33"/>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8" name="Google Shape;1128;p33"/>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9" name="Google Shape;1129;p33"/>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30" name="Google Shape;1130;p33"/>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131" name="Google Shape;1131;p33"/>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32" name="Google Shape;1132;p33"/>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9" name="Picture 8">
            <a:extLst>
              <a:ext uri="{FF2B5EF4-FFF2-40B4-BE49-F238E27FC236}">
                <a16:creationId xmlns:a16="http://schemas.microsoft.com/office/drawing/2014/main" id="{4205FC7B-B9AB-7DBC-4D3D-57806D9A4DAA}"/>
              </a:ext>
            </a:extLst>
          </p:cNvPr>
          <p:cNvPicPr>
            <a:picLocks noChangeAspect="1"/>
          </p:cNvPicPr>
          <p:nvPr/>
        </p:nvPicPr>
        <p:blipFill>
          <a:blip r:embed="rId3"/>
          <a:stretch>
            <a:fillRect/>
          </a:stretch>
        </p:blipFill>
        <p:spPr>
          <a:xfrm>
            <a:off x="813211" y="1808748"/>
            <a:ext cx="4349149" cy="2754944"/>
          </a:xfrm>
          <a:prstGeom prst="rect">
            <a:avLst/>
          </a:prstGeom>
        </p:spPr>
      </p:pic>
      <p:grpSp>
        <p:nvGrpSpPr>
          <p:cNvPr id="10" name="Google Shape;1323;p39">
            <a:extLst>
              <a:ext uri="{FF2B5EF4-FFF2-40B4-BE49-F238E27FC236}">
                <a16:creationId xmlns:a16="http://schemas.microsoft.com/office/drawing/2014/main" id="{FDAC76AC-82B0-34B7-421B-0B1E7646558C}"/>
              </a:ext>
            </a:extLst>
          </p:cNvPr>
          <p:cNvGrpSpPr/>
          <p:nvPr/>
        </p:nvGrpSpPr>
        <p:grpSpPr>
          <a:xfrm>
            <a:off x="8374847" y="4563692"/>
            <a:ext cx="700763" cy="548658"/>
            <a:chOff x="2738520" y="1138680"/>
            <a:chExt cx="356040" cy="380880"/>
          </a:xfrm>
        </p:grpSpPr>
        <p:sp>
          <p:nvSpPr>
            <p:cNvPr id="11" name="Google Shape;1324;p39">
              <a:extLst>
                <a:ext uri="{FF2B5EF4-FFF2-40B4-BE49-F238E27FC236}">
                  <a16:creationId xmlns:a16="http://schemas.microsoft.com/office/drawing/2014/main" id="{7398D2E3-1042-2BBC-83AC-D590CEB4FC99}"/>
                </a:ext>
              </a:extLst>
            </p:cNvPr>
            <p:cNvSpPr/>
            <p:nvPr/>
          </p:nvSpPr>
          <p:spPr>
            <a:xfrm>
              <a:off x="2743920" y="1205640"/>
              <a:ext cx="160560" cy="246600"/>
            </a:xfrm>
            <a:custGeom>
              <a:avLst/>
              <a:gdLst/>
              <a:ahLst/>
              <a:cxnLst/>
              <a:rect l="l" t="t" r="r" b="b"/>
              <a:pathLst>
                <a:path w="446" h="685" extrusionOk="0">
                  <a:moveTo>
                    <a:pt x="446" y="177"/>
                  </a:moveTo>
                  <a:lnTo>
                    <a:pt x="446" y="673"/>
                  </a:lnTo>
                  <a:cubicBezTo>
                    <a:pt x="446" y="680"/>
                    <a:pt x="440" y="685"/>
                    <a:pt x="433" y="685"/>
                  </a:cubicBezTo>
                  <a:lnTo>
                    <a:pt x="13" y="685"/>
                  </a:lnTo>
                  <a:cubicBezTo>
                    <a:pt x="6" y="685"/>
                    <a:pt x="0" y="680"/>
                    <a:pt x="0" y="673"/>
                  </a:cubicBezTo>
                  <a:lnTo>
                    <a:pt x="0" y="13"/>
                  </a:lnTo>
                  <a:cubicBezTo>
                    <a:pt x="0" y="6"/>
                    <a:pt x="6" y="0"/>
                    <a:pt x="13" y="0"/>
                  </a:cubicBezTo>
                  <a:lnTo>
                    <a:pt x="269" y="0"/>
                  </a:lnTo>
                  <a:cubicBezTo>
                    <a:pt x="272" y="0"/>
                    <a:pt x="276" y="2"/>
                    <a:pt x="278" y="4"/>
                  </a:cubicBezTo>
                  <a:lnTo>
                    <a:pt x="442" y="168"/>
                  </a:lnTo>
                  <a:cubicBezTo>
                    <a:pt x="444" y="170"/>
                    <a:pt x="446" y="173"/>
                    <a:pt x="446" y="177"/>
                  </a:cubicBezTo>
                  <a:close/>
                </a:path>
              </a:pathLst>
            </a:custGeom>
            <a:solidFill>
              <a:srgbClr val="DDFBF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 name="Google Shape;1325;p39">
              <a:extLst>
                <a:ext uri="{FF2B5EF4-FFF2-40B4-BE49-F238E27FC236}">
                  <a16:creationId xmlns:a16="http://schemas.microsoft.com/office/drawing/2014/main" id="{58F5E9D9-BD47-E546-DEB9-757F310673B7}"/>
                </a:ext>
              </a:extLst>
            </p:cNvPr>
            <p:cNvSpPr/>
            <p:nvPr/>
          </p:nvSpPr>
          <p:spPr>
            <a:xfrm>
              <a:off x="2768760" y="1292040"/>
              <a:ext cx="110880" cy="24840"/>
            </a:xfrm>
            <a:custGeom>
              <a:avLst/>
              <a:gdLst/>
              <a:ahLst/>
              <a:cxnLst/>
              <a:rect l="l" t="t" r="r" b="b"/>
              <a:pathLst>
                <a:path w="308" h="69" extrusionOk="0">
                  <a:moveTo>
                    <a:pt x="296" y="69"/>
                  </a:moveTo>
                  <a:lnTo>
                    <a:pt x="12" y="69"/>
                  </a:lnTo>
                  <a:cubicBezTo>
                    <a:pt x="5" y="69"/>
                    <a:pt x="0" y="63"/>
                    <a:pt x="0" y="56"/>
                  </a:cubicBezTo>
                  <a:lnTo>
                    <a:pt x="0" y="12"/>
                  </a:lnTo>
                  <a:cubicBezTo>
                    <a:pt x="0" y="6"/>
                    <a:pt x="5" y="0"/>
                    <a:pt x="12" y="0"/>
                  </a:cubicBezTo>
                  <a:lnTo>
                    <a:pt x="296" y="0"/>
                  </a:lnTo>
                  <a:cubicBezTo>
                    <a:pt x="303" y="0"/>
                    <a:pt x="308" y="6"/>
                    <a:pt x="308" y="12"/>
                  </a:cubicBezTo>
                  <a:lnTo>
                    <a:pt x="308" y="56"/>
                  </a:lnTo>
                  <a:cubicBezTo>
                    <a:pt x="308" y="63"/>
                    <a:pt x="303" y="69"/>
                    <a:pt x="296" y="69"/>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 name="Google Shape;1326;p39">
              <a:extLst>
                <a:ext uri="{FF2B5EF4-FFF2-40B4-BE49-F238E27FC236}">
                  <a16:creationId xmlns:a16="http://schemas.microsoft.com/office/drawing/2014/main" id="{416CDBA5-7526-8192-A418-C29F926E4449}"/>
                </a:ext>
              </a:extLst>
            </p:cNvPr>
            <p:cNvSpPr/>
            <p:nvPr/>
          </p:nvSpPr>
          <p:spPr>
            <a:xfrm>
              <a:off x="2768760" y="1341360"/>
              <a:ext cx="110880" cy="24840"/>
            </a:xfrm>
            <a:custGeom>
              <a:avLst/>
              <a:gdLst/>
              <a:ahLst/>
              <a:cxnLst/>
              <a:rect l="l" t="t" r="r" b="b"/>
              <a:pathLst>
                <a:path w="308" h="69" extrusionOk="0">
                  <a:moveTo>
                    <a:pt x="296" y="69"/>
                  </a:moveTo>
                  <a:lnTo>
                    <a:pt x="12" y="69"/>
                  </a:lnTo>
                  <a:cubicBezTo>
                    <a:pt x="5" y="69"/>
                    <a:pt x="0" y="63"/>
                    <a:pt x="0" y="56"/>
                  </a:cubicBezTo>
                  <a:lnTo>
                    <a:pt x="0" y="12"/>
                  </a:lnTo>
                  <a:cubicBezTo>
                    <a:pt x="0" y="6"/>
                    <a:pt x="5" y="0"/>
                    <a:pt x="12" y="0"/>
                  </a:cubicBezTo>
                  <a:lnTo>
                    <a:pt x="296" y="0"/>
                  </a:lnTo>
                  <a:cubicBezTo>
                    <a:pt x="303" y="0"/>
                    <a:pt x="308" y="6"/>
                    <a:pt x="308" y="12"/>
                  </a:cubicBezTo>
                  <a:lnTo>
                    <a:pt x="308" y="56"/>
                  </a:lnTo>
                  <a:cubicBezTo>
                    <a:pt x="308" y="63"/>
                    <a:pt x="303" y="69"/>
                    <a:pt x="296" y="69"/>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 name="Google Shape;1327;p39">
              <a:extLst>
                <a:ext uri="{FF2B5EF4-FFF2-40B4-BE49-F238E27FC236}">
                  <a16:creationId xmlns:a16="http://schemas.microsoft.com/office/drawing/2014/main" id="{D6FAFA66-7198-9CB6-1F79-5EAC8B9E455B}"/>
                </a:ext>
              </a:extLst>
            </p:cNvPr>
            <p:cNvSpPr/>
            <p:nvPr/>
          </p:nvSpPr>
          <p:spPr>
            <a:xfrm>
              <a:off x="2768760" y="1390680"/>
              <a:ext cx="49320" cy="24840"/>
            </a:xfrm>
            <a:custGeom>
              <a:avLst/>
              <a:gdLst/>
              <a:ahLst/>
              <a:cxnLst/>
              <a:rect l="l" t="t" r="r" b="b"/>
              <a:pathLst>
                <a:path w="137" h="69" extrusionOk="0">
                  <a:moveTo>
                    <a:pt x="124" y="69"/>
                  </a:moveTo>
                  <a:lnTo>
                    <a:pt x="12" y="69"/>
                  </a:lnTo>
                  <a:cubicBezTo>
                    <a:pt x="5" y="69"/>
                    <a:pt x="0" y="63"/>
                    <a:pt x="0" y="56"/>
                  </a:cubicBezTo>
                  <a:lnTo>
                    <a:pt x="0" y="12"/>
                  </a:lnTo>
                  <a:cubicBezTo>
                    <a:pt x="0" y="6"/>
                    <a:pt x="5" y="0"/>
                    <a:pt x="12" y="0"/>
                  </a:cubicBezTo>
                  <a:lnTo>
                    <a:pt x="124" y="0"/>
                  </a:lnTo>
                  <a:cubicBezTo>
                    <a:pt x="131" y="0"/>
                    <a:pt x="137" y="6"/>
                    <a:pt x="137" y="12"/>
                  </a:cubicBezTo>
                  <a:lnTo>
                    <a:pt x="137" y="56"/>
                  </a:lnTo>
                  <a:cubicBezTo>
                    <a:pt x="137" y="63"/>
                    <a:pt x="131" y="69"/>
                    <a:pt x="124" y="69"/>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 name="Google Shape;1328;p39">
              <a:extLst>
                <a:ext uri="{FF2B5EF4-FFF2-40B4-BE49-F238E27FC236}">
                  <a16:creationId xmlns:a16="http://schemas.microsoft.com/office/drawing/2014/main" id="{1B17F7B1-E114-3D85-7B19-53884317821D}"/>
                </a:ext>
              </a:extLst>
            </p:cNvPr>
            <p:cNvSpPr/>
            <p:nvPr/>
          </p:nvSpPr>
          <p:spPr>
            <a:xfrm>
              <a:off x="2842560" y="1206000"/>
              <a:ext cx="61200" cy="61560"/>
            </a:xfrm>
            <a:custGeom>
              <a:avLst/>
              <a:gdLst/>
              <a:ahLst/>
              <a:cxnLst/>
              <a:rect l="l" t="t" r="r" b="b"/>
              <a:pathLst>
                <a:path w="170" h="171" extrusionOk="0">
                  <a:moveTo>
                    <a:pt x="168" y="167"/>
                  </a:moveTo>
                  <a:lnTo>
                    <a:pt x="4" y="3"/>
                  </a:lnTo>
                  <a:cubicBezTo>
                    <a:pt x="3" y="2"/>
                    <a:pt x="2" y="1"/>
                    <a:pt x="0" y="0"/>
                  </a:cubicBezTo>
                  <a:lnTo>
                    <a:pt x="0" y="158"/>
                  </a:lnTo>
                  <a:cubicBezTo>
                    <a:pt x="0" y="165"/>
                    <a:pt x="6" y="171"/>
                    <a:pt x="13" y="171"/>
                  </a:cubicBezTo>
                  <a:lnTo>
                    <a:pt x="170" y="171"/>
                  </a:lnTo>
                  <a:cubicBezTo>
                    <a:pt x="170" y="169"/>
                    <a:pt x="169" y="168"/>
                    <a:pt x="168" y="167"/>
                  </a:cubicBezTo>
                  <a:close/>
                </a:path>
              </a:pathLst>
            </a:custGeom>
            <a:solidFill>
              <a:srgbClr val="DDFBFC"/>
            </a:solidFill>
            <a:ln>
              <a:noFill/>
            </a:ln>
          </p:spPr>
          <p:txBody>
            <a:bodyPr spcFirstLastPara="1" wrap="square" lIns="90000" tIns="16550" rIns="90000" bIns="16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 name="Google Shape;1329;p39">
              <a:extLst>
                <a:ext uri="{FF2B5EF4-FFF2-40B4-BE49-F238E27FC236}">
                  <a16:creationId xmlns:a16="http://schemas.microsoft.com/office/drawing/2014/main" id="{E625B5FF-DCBE-F9A1-3373-832647670FF7}"/>
                </a:ext>
              </a:extLst>
            </p:cNvPr>
            <p:cNvSpPr/>
            <p:nvPr/>
          </p:nvSpPr>
          <p:spPr>
            <a:xfrm>
              <a:off x="2928960" y="1205640"/>
              <a:ext cx="159840" cy="246600"/>
            </a:xfrm>
            <a:custGeom>
              <a:avLst/>
              <a:gdLst/>
              <a:ahLst/>
              <a:cxnLst/>
              <a:rect l="l" t="t" r="r" b="b"/>
              <a:pathLst>
                <a:path w="444" h="685" extrusionOk="0">
                  <a:moveTo>
                    <a:pt x="444" y="177"/>
                  </a:moveTo>
                  <a:lnTo>
                    <a:pt x="444" y="673"/>
                  </a:lnTo>
                  <a:cubicBezTo>
                    <a:pt x="444" y="680"/>
                    <a:pt x="439" y="685"/>
                    <a:pt x="432" y="685"/>
                  </a:cubicBezTo>
                  <a:lnTo>
                    <a:pt x="12" y="685"/>
                  </a:lnTo>
                  <a:cubicBezTo>
                    <a:pt x="6" y="685"/>
                    <a:pt x="0" y="680"/>
                    <a:pt x="0" y="673"/>
                  </a:cubicBezTo>
                  <a:lnTo>
                    <a:pt x="0" y="13"/>
                  </a:lnTo>
                  <a:cubicBezTo>
                    <a:pt x="0" y="6"/>
                    <a:pt x="6" y="0"/>
                    <a:pt x="12" y="0"/>
                  </a:cubicBezTo>
                  <a:lnTo>
                    <a:pt x="268" y="0"/>
                  </a:lnTo>
                  <a:cubicBezTo>
                    <a:pt x="271" y="0"/>
                    <a:pt x="274" y="2"/>
                    <a:pt x="277" y="4"/>
                  </a:cubicBezTo>
                  <a:lnTo>
                    <a:pt x="441" y="168"/>
                  </a:lnTo>
                  <a:cubicBezTo>
                    <a:pt x="443" y="170"/>
                    <a:pt x="444" y="173"/>
                    <a:pt x="444" y="177"/>
                  </a:cubicBezTo>
                  <a:close/>
                </a:path>
              </a:pathLst>
            </a:custGeom>
            <a:solidFill>
              <a:srgbClr val="DDFBF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 name="Google Shape;1330;p39">
              <a:extLst>
                <a:ext uri="{FF2B5EF4-FFF2-40B4-BE49-F238E27FC236}">
                  <a16:creationId xmlns:a16="http://schemas.microsoft.com/office/drawing/2014/main" id="{8DEC1CB1-C96E-088F-1619-8FDA6413E987}"/>
                </a:ext>
              </a:extLst>
            </p:cNvPr>
            <p:cNvSpPr/>
            <p:nvPr/>
          </p:nvSpPr>
          <p:spPr>
            <a:xfrm>
              <a:off x="2953800" y="1292040"/>
              <a:ext cx="110520" cy="24840"/>
            </a:xfrm>
            <a:custGeom>
              <a:avLst/>
              <a:gdLst/>
              <a:ahLst/>
              <a:cxnLst/>
              <a:rect l="l" t="t" r="r" b="b"/>
              <a:pathLst>
                <a:path w="307" h="69" extrusionOk="0">
                  <a:moveTo>
                    <a:pt x="294" y="69"/>
                  </a:moveTo>
                  <a:lnTo>
                    <a:pt x="12" y="69"/>
                  </a:lnTo>
                  <a:cubicBezTo>
                    <a:pt x="5" y="69"/>
                    <a:pt x="0" y="63"/>
                    <a:pt x="0" y="56"/>
                  </a:cubicBezTo>
                  <a:lnTo>
                    <a:pt x="0" y="12"/>
                  </a:lnTo>
                  <a:cubicBezTo>
                    <a:pt x="0" y="6"/>
                    <a:pt x="5" y="0"/>
                    <a:pt x="12" y="0"/>
                  </a:cubicBezTo>
                  <a:lnTo>
                    <a:pt x="294" y="0"/>
                  </a:lnTo>
                  <a:cubicBezTo>
                    <a:pt x="301" y="0"/>
                    <a:pt x="307" y="6"/>
                    <a:pt x="307" y="12"/>
                  </a:cubicBezTo>
                  <a:lnTo>
                    <a:pt x="307" y="56"/>
                  </a:lnTo>
                  <a:cubicBezTo>
                    <a:pt x="307" y="63"/>
                    <a:pt x="301" y="69"/>
                    <a:pt x="294" y="69"/>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 name="Google Shape;1331;p39">
              <a:extLst>
                <a:ext uri="{FF2B5EF4-FFF2-40B4-BE49-F238E27FC236}">
                  <a16:creationId xmlns:a16="http://schemas.microsoft.com/office/drawing/2014/main" id="{4630A237-278A-23B7-0EDC-C6145C10DB8A}"/>
                </a:ext>
              </a:extLst>
            </p:cNvPr>
            <p:cNvSpPr/>
            <p:nvPr/>
          </p:nvSpPr>
          <p:spPr>
            <a:xfrm>
              <a:off x="2953800" y="1341360"/>
              <a:ext cx="110520" cy="24840"/>
            </a:xfrm>
            <a:custGeom>
              <a:avLst/>
              <a:gdLst/>
              <a:ahLst/>
              <a:cxnLst/>
              <a:rect l="l" t="t" r="r" b="b"/>
              <a:pathLst>
                <a:path w="307" h="69" extrusionOk="0">
                  <a:moveTo>
                    <a:pt x="294" y="69"/>
                  </a:moveTo>
                  <a:lnTo>
                    <a:pt x="12" y="69"/>
                  </a:lnTo>
                  <a:cubicBezTo>
                    <a:pt x="5" y="69"/>
                    <a:pt x="0" y="63"/>
                    <a:pt x="0" y="56"/>
                  </a:cubicBezTo>
                  <a:lnTo>
                    <a:pt x="0" y="12"/>
                  </a:lnTo>
                  <a:cubicBezTo>
                    <a:pt x="0" y="6"/>
                    <a:pt x="5" y="0"/>
                    <a:pt x="12" y="0"/>
                  </a:cubicBezTo>
                  <a:lnTo>
                    <a:pt x="294" y="0"/>
                  </a:lnTo>
                  <a:cubicBezTo>
                    <a:pt x="301" y="0"/>
                    <a:pt x="307" y="6"/>
                    <a:pt x="307" y="12"/>
                  </a:cubicBezTo>
                  <a:lnTo>
                    <a:pt x="307" y="56"/>
                  </a:lnTo>
                  <a:cubicBezTo>
                    <a:pt x="307" y="63"/>
                    <a:pt x="301" y="69"/>
                    <a:pt x="294" y="69"/>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 name="Google Shape;1332;p39">
              <a:extLst>
                <a:ext uri="{FF2B5EF4-FFF2-40B4-BE49-F238E27FC236}">
                  <a16:creationId xmlns:a16="http://schemas.microsoft.com/office/drawing/2014/main" id="{20792364-D32D-A336-9C91-9219BC2A7444}"/>
                </a:ext>
              </a:extLst>
            </p:cNvPr>
            <p:cNvSpPr/>
            <p:nvPr/>
          </p:nvSpPr>
          <p:spPr>
            <a:xfrm>
              <a:off x="2953800" y="1390680"/>
              <a:ext cx="49320" cy="24840"/>
            </a:xfrm>
            <a:custGeom>
              <a:avLst/>
              <a:gdLst/>
              <a:ahLst/>
              <a:cxnLst/>
              <a:rect l="l" t="t" r="r" b="b"/>
              <a:pathLst>
                <a:path w="137" h="69" extrusionOk="0">
                  <a:moveTo>
                    <a:pt x="124" y="69"/>
                  </a:moveTo>
                  <a:lnTo>
                    <a:pt x="12" y="69"/>
                  </a:lnTo>
                  <a:cubicBezTo>
                    <a:pt x="5" y="69"/>
                    <a:pt x="0" y="63"/>
                    <a:pt x="0" y="56"/>
                  </a:cubicBezTo>
                  <a:lnTo>
                    <a:pt x="0" y="12"/>
                  </a:lnTo>
                  <a:cubicBezTo>
                    <a:pt x="0" y="6"/>
                    <a:pt x="5" y="0"/>
                    <a:pt x="12" y="0"/>
                  </a:cubicBezTo>
                  <a:lnTo>
                    <a:pt x="124" y="0"/>
                  </a:lnTo>
                  <a:cubicBezTo>
                    <a:pt x="131" y="0"/>
                    <a:pt x="137" y="6"/>
                    <a:pt x="137" y="12"/>
                  </a:cubicBezTo>
                  <a:lnTo>
                    <a:pt x="137" y="56"/>
                  </a:lnTo>
                  <a:cubicBezTo>
                    <a:pt x="137" y="63"/>
                    <a:pt x="131" y="69"/>
                    <a:pt x="124" y="69"/>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 name="Google Shape;1333;p39">
              <a:extLst>
                <a:ext uri="{FF2B5EF4-FFF2-40B4-BE49-F238E27FC236}">
                  <a16:creationId xmlns:a16="http://schemas.microsoft.com/office/drawing/2014/main" id="{6F1BF50B-B47D-2C72-B175-0F555772E93F}"/>
                </a:ext>
              </a:extLst>
            </p:cNvPr>
            <p:cNvSpPr/>
            <p:nvPr/>
          </p:nvSpPr>
          <p:spPr>
            <a:xfrm>
              <a:off x="3027240" y="1206000"/>
              <a:ext cx="61200" cy="61560"/>
            </a:xfrm>
            <a:custGeom>
              <a:avLst/>
              <a:gdLst/>
              <a:ahLst/>
              <a:cxnLst/>
              <a:rect l="l" t="t" r="r" b="b"/>
              <a:pathLst>
                <a:path w="170" h="171" extrusionOk="0">
                  <a:moveTo>
                    <a:pt x="168" y="167"/>
                  </a:moveTo>
                  <a:lnTo>
                    <a:pt x="4" y="3"/>
                  </a:lnTo>
                  <a:cubicBezTo>
                    <a:pt x="3" y="2"/>
                    <a:pt x="1" y="1"/>
                    <a:pt x="0" y="0"/>
                  </a:cubicBezTo>
                  <a:lnTo>
                    <a:pt x="0" y="158"/>
                  </a:lnTo>
                  <a:cubicBezTo>
                    <a:pt x="0" y="165"/>
                    <a:pt x="6" y="171"/>
                    <a:pt x="13" y="171"/>
                  </a:cubicBezTo>
                  <a:lnTo>
                    <a:pt x="170" y="171"/>
                  </a:lnTo>
                  <a:cubicBezTo>
                    <a:pt x="170" y="169"/>
                    <a:pt x="169" y="168"/>
                    <a:pt x="168" y="167"/>
                  </a:cubicBezTo>
                  <a:close/>
                </a:path>
              </a:pathLst>
            </a:custGeom>
            <a:solidFill>
              <a:srgbClr val="DDFBFC"/>
            </a:solidFill>
            <a:ln>
              <a:noFill/>
            </a:ln>
          </p:spPr>
          <p:txBody>
            <a:bodyPr spcFirstLastPara="1" wrap="square" lIns="90000" tIns="16550" rIns="90000" bIns="16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 name="Google Shape;1334;p39">
              <a:extLst>
                <a:ext uri="{FF2B5EF4-FFF2-40B4-BE49-F238E27FC236}">
                  <a16:creationId xmlns:a16="http://schemas.microsoft.com/office/drawing/2014/main" id="{BFDBCEB5-3255-132E-F005-222D39CB45AA}"/>
                </a:ext>
              </a:extLst>
            </p:cNvPr>
            <p:cNvSpPr/>
            <p:nvPr/>
          </p:nvSpPr>
          <p:spPr>
            <a:xfrm>
              <a:off x="2738520" y="1200240"/>
              <a:ext cx="171360" cy="257760"/>
            </a:xfrm>
            <a:custGeom>
              <a:avLst/>
              <a:gdLst/>
              <a:ahLst/>
              <a:cxnLst/>
              <a:rect l="l" t="t" r="r" b="b"/>
              <a:pathLst>
                <a:path w="476" h="716" extrusionOk="0">
                  <a:moveTo>
                    <a:pt x="305" y="171"/>
                  </a:moveTo>
                  <a:lnTo>
                    <a:pt x="305" y="53"/>
                  </a:lnTo>
                  <a:lnTo>
                    <a:pt x="423" y="171"/>
                  </a:lnTo>
                  <a:lnTo>
                    <a:pt x="305" y="171"/>
                  </a:lnTo>
                  <a:moveTo>
                    <a:pt x="476" y="700"/>
                  </a:moveTo>
                  <a:lnTo>
                    <a:pt x="476" y="187"/>
                  </a:lnTo>
                  <a:cubicBezTo>
                    <a:pt x="476" y="186"/>
                    <a:pt x="476" y="186"/>
                    <a:pt x="476" y="186"/>
                  </a:cubicBezTo>
                  <a:lnTo>
                    <a:pt x="476" y="186"/>
                  </a:lnTo>
                  <a:cubicBezTo>
                    <a:pt x="476" y="185"/>
                    <a:pt x="476" y="184"/>
                    <a:pt x="476" y="184"/>
                  </a:cubicBezTo>
                  <a:lnTo>
                    <a:pt x="476" y="183"/>
                  </a:lnTo>
                  <a:lnTo>
                    <a:pt x="475" y="182"/>
                  </a:lnTo>
                  <a:cubicBezTo>
                    <a:pt x="475" y="181"/>
                    <a:pt x="475" y="181"/>
                    <a:pt x="475" y="181"/>
                  </a:cubicBezTo>
                  <a:cubicBezTo>
                    <a:pt x="475" y="181"/>
                    <a:pt x="475" y="180"/>
                    <a:pt x="474" y="179"/>
                  </a:cubicBezTo>
                  <a:lnTo>
                    <a:pt x="474" y="179"/>
                  </a:lnTo>
                  <a:cubicBezTo>
                    <a:pt x="474" y="179"/>
                    <a:pt x="474" y="178"/>
                    <a:pt x="473" y="178"/>
                  </a:cubicBezTo>
                  <a:cubicBezTo>
                    <a:pt x="473" y="177"/>
                    <a:pt x="473" y="177"/>
                    <a:pt x="473" y="177"/>
                  </a:cubicBezTo>
                  <a:lnTo>
                    <a:pt x="472" y="176"/>
                  </a:lnTo>
                  <a:lnTo>
                    <a:pt x="300" y="4"/>
                  </a:lnTo>
                  <a:lnTo>
                    <a:pt x="299" y="3"/>
                  </a:lnTo>
                  <a:lnTo>
                    <a:pt x="298" y="3"/>
                  </a:lnTo>
                  <a:cubicBezTo>
                    <a:pt x="298" y="2"/>
                    <a:pt x="297" y="2"/>
                    <a:pt x="297" y="2"/>
                  </a:cubicBezTo>
                  <a:lnTo>
                    <a:pt x="296" y="2"/>
                  </a:lnTo>
                  <a:cubicBezTo>
                    <a:pt x="296" y="1"/>
                    <a:pt x="295" y="1"/>
                    <a:pt x="295" y="1"/>
                  </a:cubicBezTo>
                  <a:lnTo>
                    <a:pt x="294" y="1"/>
                  </a:lnTo>
                  <a:cubicBezTo>
                    <a:pt x="294" y="0"/>
                    <a:pt x="293" y="0"/>
                    <a:pt x="292" y="0"/>
                  </a:cubicBezTo>
                  <a:lnTo>
                    <a:pt x="292" y="0"/>
                  </a:lnTo>
                  <a:cubicBezTo>
                    <a:pt x="292" y="0"/>
                    <a:pt x="291" y="0"/>
                    <a:pt x="290" y="0"/>
                  </a:cubicBezTo>
                  <a:lnTo>
                    <a:pt x="290" y="0"/>
                  </a:lnTo>
                  <a:lnTo>
                    <a:pt x="289" y="0"/>
                  </a:lnTo>
                  <a:lnTo>
                    <a:pt x="149" y="0"/>
                  </a:lnTo>
                  <a:cubicBezTo>
                    <a:pt x="141" y="0"/>
                    <a:pt x="134" y="7"/>
                    <a:pt x="134" y="15"/>
                  </a:cubicBezTo>
                  <a:cubicBezTo>
                    <a:pt x="134" y="24"/>
                    <a:pt x="141" y="31"/>
                    <a:pt x="149" y="31"/>
                  </a:cubicBezTo>
                  <a:lnTo>
                    <a:pt x="274" y="31"/>
                  </a:lnTo>
                  <a:lnTo>
                    <a:pt x="274" y="187"/>
                  </a:lnTo>
                  <a:cubicBezTo>
                    <a:pt x="274" y="195"/>
                    <a:pt x="281" y="202"/>
                    <a:pt x="289" y="202"/>
                  </a:cubicBezTo>
                  <a:lnTo>
                    <a:pt x="445" y="202"/>
                  </a:lnTo>
                  <a:lnTo>
                    <a:pt x="445" y="685"/>
                  </a:lnTo>
                  <a:lnTo>
                    <a:pt x="31" y="685"/>
                  </a:lnTo>
                  <a:lnTo>
                    <a:pt x="31" y="31"/>
                  </a:lnTo>
                  <a:lnTo>
                    <a:pt x="87" y="31"/>
                  </a:lnTo>
                  <a:cubicBezTo>
                    <a:pt x="96" y="31"/>
                    <a:pt x="103" y="24"/>
                    <a:pt x="103" y="15"/>
                  </a:cubicBezTo>
                  <a:cubicBezTo>
                    <a:pt x="103" y="7"/>
                    <a:pt x="96" y="0"/>
                    <a:pt x="87" y="0"/>
                  </a:cubicBezTo>
                  <a:lnTo>
                    <a:pt x="15" y="0"/>
                  </a:lnTo>
                  <a:cubicBezTo>
                    <a:pt x="7" y="0"/>
                    <a:pt x="0" y="7"/>
                    <a:pt x="0" y="15"/>
                  </a:cubicBezTo>
                  <a:lnTo>
                    <a:pt x="0" y="700"/>
                  </a:lnTo>
                  <a:cubicBezTo>
                    <a:pt x="0" y="709"/>
                    <a:pt x="7" y="716"/>
                    <a:pt x="15" y="716"/>
                  </a:cubicBezTo>
                  <a:lnTo>
                    <a:pt x="461" y="716"/>
                  </a:lnTo>
                  <a:cubicBezTo>
                    <a:pt x="469" y="716"/>
                    <a:pt x="476" y="709"/>
                    <a:pt x="476" y="700"/>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2" name="Google Shape;1335;p39">
              <a:extLst>
                <a:ext uri="{FF2B5EF4-FFF2-40B4-BE49-F238E27FC236}">
                  <a16:creationId xmlns:a16="http://schemas.microsoft.com/office/drawing/2014/main" id="{FE7AB9CB-EB87-D5EA-08D9-567284B07710}"/>
                </a:ext>
              </a:extLst>
            </p:cNvPr>
            <p:cNvSpPr/>
            <p:nvPr/>
          </p:nvSpPr>
          <p:spPr>
            <a:xfrm>
              <a:off x="2763000" y="1224720"/>
              <a:ext cx="36000" cy="36000"/>
            </a:xfrm>
            <a:custGeom>
              <a:avLst/>
              <a:gdLst/>
              <a:ahLst/>
              <a:cxnLst/>
              <a:rect l="l" t="t" r="r" b="b"/>
              <a:pathLst>
                <a:path w="100" h="100" extrusionOk="0">
                  <a:moveTo>
                    <a:pt x="69" y="69"/>
                  </a:moveTo>
                  <a:lnTo>
                    <a:pt x="31" y="69"/>
                  </a:lnTo>
                  <a:lnTo>
                    <a:pt x="31" y="31"/>
                  </a:lnTo>
                  <a:lnTo>
                    <a:pt x="69" y="31"/>
                  </a:lnTo>
                  <a:lnTo>
                    <a:pt x="69" y="69"/>
                  </a:lnTo>
                  <a:moveTo>
                    <a:pt x="84" y="0"/>
                  </a:moveTo>
                  <a:lnTo>
                    <a:pt x="16" y="0"/>
                  </a:lnTo>
                  <a:cubicBezTo>
                    <a:pt x="7" y="0"/>
                    <a:pt x="0" y="7"/>
                    <a:pt x="0" y="16"/>
                  </a:cubicBezTo>
                  <a:lnTo>
                    <a:pt x="0" y="84"/>
                  </a:lnTo>
                  <a:cubicBezTo>
                    <a:pt x="0" y="93"/>
                    <a:pt x="7" y="100"/>
                    <a:pt x="16" y="100"/>
                  </a:cubicBezTo>
                  <a:lnTo>
                    <a:pt x="84" y="100"/>
                  </a:lnTo>
                  <a:cubicBezTo>
                    <a:pt x="93" y="100"/>
                    <a:pt x="100" y="93"/>
                    <a:pt x="100" y="84"/>
                  </a:cubicBezTo>
                  <a:lnTo>
                    <a:pt x="100" y="16"/>
                  </a:lnTo>
                  <a:cubicBezTo>
                    <a:pt x="100" y="7"/>
                    <a:pt x="93" y="0"/>
                    <a:pt x="84" y="0"/>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3" name="Google Shape;1336;p39">
              <a:extLst>
                <a:ext uri="{FF2B5EF4-FFF2-40B4-BE49-F238E27FC236}">
                  <a16:creationId xmlns:a16="http://schemas.microsoft.com/office/drawing/2014/main" id="{8B1788F3-A57E-C410-8147-207559A5ADDC}"/>
                </a:ext>
              </a:extLst>
            </p:cNvPr>
            <p:cNvSpPr/>
            <p:nvPr/>
          </p:nvSpPr>
          <p:spPr>
            <a:xfrm>
              <a:off x="2763000" y="1286640"/>
              <a:ext cx="122400" cy="35640"/>
            </a:xfrm>
            <a:custGeom>
              <a:avLst/>
              <a:gdLst/>
              <a:ahLst/>
              <a:cxnLst/>
              <a:rect l="l" t="t" r="r" b="b"/>
              <a:pathLst>
                <a:path w="340" h="99" extrusionOk="0">
                  <a:moveTo>
                    <a:pt x="309" y="68"/>
                  </a:moveTo>
                  <a:lnTo>
                    <a:pt x="31" y="68"/>
                  </a:lnTo>
                  <a:lnTo>
                    <a:pt x="31" y="31"/>
                  </a:lnTo>
                  <a:lnTo>
                    <a:pt x="309" y="31"/>
                  </a:lnTo>
                  <a:lnTo>
                    <a:pt x="309" y="68"/>
                  </a:lnTo>
                  <a:moveTo>
                    <a:pt x="340" y="15"/>
                  </a:moveTo>
                  <a:cubicBezTo>
                    <a:pt x="340" y="6"/>
                    <a:pt x="333" y="0"/>
                    <a:pt x="324" y="0"/>
                  </a:cubicBezTo>
                  <a:lnTo>
                    <a:pt x="16" y="0"/>
                  </a:lnTo>
                  <a:cubicBezTo>
                    <a:pt x="7" y="0"/>
                    <a:pt x="0" y="6"/>
                    <a:pt x="0" y="15"/>
                  </a:cubicBezTo>
                  <a:lnTo>
                    <a:pt x="0" y="84"/>
                  </a:lnTo>
                  <a:cubicBezTo>
                    <a:pt x="0" y="92"/>
                    <a:pt x="7" y="99"/>
                    <a:pt x="16" y="99"/>
                  </a:cubicBezTo>
                  <a:lnTo>
                    <a:pt x="324" y="99"/>
                  </a:lnTo>
                  <a:cubicBezTo>
                    <a:pt x="333" y="99"/>
                    <a:pt x="340" y="92"/>
                    <a:pt x="340" y="84"/>
                  </a:cubicBezTo>
                  <a:lnTo>
                    <a:pt x="340" y="15"/>
                  </a:ln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4" name="Google Shape;1337;p39">
              <a:extLst>
                <a:ext uri="{FF2B5EF4-FFF2-40B4-BE49-F238E27FC236}">
                  <a16:creationId xmlns:a16="http://schemas.microsoft.com/office/drawing/2014/main" id="{D8A256E3-DE37-3282-DFFF-2CF574A8A65D}"/>
                </a:ext>
              </a:extLst>
            </p:cNvPr>
            <p:cNvSpPr/>
            <p:nvPr/>
          </p:nvSpPr>
          <p:spPr>
            <a:xfrm>
              <a:off x="2763000" y="1335960"/>
              <a:ext cx="122400" cy="35640"/>
            </a:xfrm>
            <a:custGeom>
              <a:avLst/>
              <a:gdLst/>
              <a:ahLst/>
              <a:cxnLst/>
              <a:rect l="l" t="t" r="r" b="b"/>
              <a:pathLst>
                <a:path w="340" h="99" extrusionOk="0">
                  <a:moveTo>
                    <a:pt x="309" y="68"/>
                  </a:moveTo>
                  <a:lnTo>
                    <a:pt x="31" y="68"/>
                  </a:lnTo>
                  <a:lnTo>
                    <a:pt x="31" y="31"/>
                  </a:lnTo>
                  <a:lnTo>
                    <a:pt x="309" y="31"/>
                  </a:lnTo>
                  <a:lnTo>
                    <a:pt x="309" y="68"/>
                  </a:lnTo>
                  <a:moveTo>
                    <a:pt x="340" y="84"/>
                  </a:moveTo>
                  <a:lnTo>
                    <a:pt x="340" y="15"/>
                  </a:lnTo>
                  <a:cubicBezTo>
                    <a:pt x="340" y="6"/>
                    <a:pt x="333" y="0"/>
                    <a:pt x="324" y="0"/>
                  </a:cubicBezTo>
                  <a:lnTo>
                    <a:pt x="16" y="0"/>
                  </a:lnTo>
                  <a:cubicBezTo>
                    <a:pt x="7" y="0"/>
                    <a:pt x="0" y="6"/>
                    <a:pt x="0" y="15"/>
                  </a:cubicBezTo>
                  <a:lnTo>
                    <a:pt x="0" y="84"/>
                  </a:lnTo>
                  <a:cubicBezTo>
                    <a:pt x="0" y="92"/>
                    <a:pt x="7" y="99"/>
                    <a:pt x="16" y="99"/>
                  </a:cubicBezTo>
                  <a:lnTo>
                    <a:pt x="324" y="99"/>
                  </a:lnTo>
                  <a:cubicBezTo>
                    <a:pt x="333" y="99"/>
                    <a:pt x="340" y="92"/>
                    <a:pt x="340" y="84"/>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 name="Google Shape;1338;p39">
              <a:extLst>
                <a:ext uri="{FF2B5EF4-FFF2-40B4-BE49-F238E27FC236}">
                  <a16:creationId xmlns:a16="http://schemas.microsoft.com/office/drawing/2014/main" id="{6C1C0AFD-A12C-759D-1A23-CC816A66E877}"/>
                </a:ext>
              </a:extLst>
            </p:cNvPr>
            <p:cNvSpPr/>
            <p:nvPr/>
          </p:nvSpPr>
          <p:spPr>
            <a:xfrm>
              <a:off x="2763000" y="1385280"/>
              <a:ext cx="60480" cy="35640"/>
            </a:xfrm>
            <a:custGeom>
              <a:avLst/>
              <a:gdLst/>
              <a:ahLst/>
              <a:cxnLst/>
              <a:rect l="l" t="t" r="r" b="b"/>
              <a:pathLst>
                <a:path w="168" h="99" extrusionOk="0">
                  <a:moveTo>
                    <a:pt x="137" y="68"/>
                  </a:moveTo>
                  <a:lnTo>
                    <a:pt x="31" y="68"/>
                  </a:lnTo>
                  <a:lnTo>
                    <a:pt x="31" y="31"/>
                  </a:lnTo>
                  <a:lnTo>
                    <a:pt x="137" y="31"/>
                  </a:lnTo>
                  <a:lnTo>
                    <a:pt x="137" y="68"/>
                  </a:lnTo>
                  <a:moveTo>
                    <a:pt x="16" y="0"/>
                  </a:moveTo>
                  <a:cubicBezTo>
                    <a:pt x="7" y="0"/>
                    <a:pt x="0" y="7"/>
                    <a:pt x="0" y="15"/>
                  </a:cubicBezTo>
                  <a:lnTo>
                    <a:pt x="0" y="84"/>
                  </a:lnTo>
                  <a:cubicBezTo>
                    <a:pt x="0" y="92"/>
                    <a:pt x="7" y="99"/>
                    <a:pt x="16" y="99"/>
                  </a:cubicBezTo>
                  <a:lnTo>
                    <a:pt x="153" y="99"/>
                  </a:lnTo>
                  <a:cubicBezTo>
                    <a:pt x="161" y="99"/>
                    <a:pt x="168" y="92"/>
                    <a:pt x="168" y="84"/>
                  </a:cubicBezTo>
                  <a:lnTo>
                    <a:pt x="168" y="15"/>
                  </a:lnTo>
                  <a:cubicBezTo>
                    <a:pt x="168" y="7"/>
                    <a:pt x="161" y="0"/>
                    <a:pt x="153" y="0"/>
                  </a:cubicBezTo>
                  <a:lnTo>
                    <a:pt x="16" y="0"/>
                  </a:ln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6" name="Google Shape;1339;p39">
              <a:extLst>
                <a:ext uri="{FF2B5EF4-FFF2-40B4-BE49-F238E27FC236}">
                  <a16:creationId xmlns:a16="http://schemas.microsoft.com/office/drawing/2014/main" id="{74B8B73E-4706-C227-C54D-62EB37BE50F2}"/>
                </a:ext>
              </a:extLst>
            </p:cNvPr>
            <p:cNvSpPr/>
            <p:nvPr/>
          </p:nvSpPr>
          <p:spPr>
            <a:xfrm>
              <a:off x="2818440" y="1138680"/>
              <a:ext cx="208440" cy="47880"/>
            </a:xfrm>
            <a:custGeom>
              <a:avLst/>
              <a:gdLst/>
              <a:ahLst/>
              <a:cxnLst/>
              <a:rect l="l" t="t" r="r" b="b"/>
              <a:pathLst>
                <a:path w="579" h="133" extrusionOk="0">
                  <a:moveTo>
                    <a:pt x="16" y="133"/>
                  </a:moveTo>
                  <a:cubicBezTo>
                    <a:pt x="25" y="133"/>
                    <a:pt x="31" y="126"/>
                    <a:pt x="31" y="118"/>
                  </a:cubicBezTo>
                  <a:lnTo>
                    <a:pt x="31" y="31"/>
                  </a:lnTo>
                  <a:lnTo>
                    <a:pt x="513" y="31"/>
                  </a:lnTo>
                  <a:lnTo>
                    <a:pt x="513" y="80"/>
                  </a:lnTo>
                  <a:lnTo>
                    <a:pt x="506" y="73"/>
                  </a:lnTo>
                  <a:cubicBezTo>
                    <a:pt x="500" y="66"/>
                    <a:pt x="491" y="66"/>
                    <a:pt x="485" y="73"/>
                  </a:cubicBezTo>
                  <a:cubicBezTo>
                    <a:pt x="478" y="79"/>
                    <a:pt x="478" y="88"/>
                    <a:pt x="485" y="94"/>
                  </a:cubicBezTo>
                  <a:lnTo>
                    <a:pt x="518" y="129"/>
                  </a:lnTo>
                  <a:cubicBezTo>
                    <a:pt x="518" y="129"/>
                    <a:pt x="519" y="129"/>
                    <a:pt x="519" y="130"/>
                  </a:cubicBezTo>
                  <a:lnTo>
                    <a:pt x="519" y="130"/>
                  </a:lnTo>
                  <a:cubicBezTo>
                    <a:pt x="519" y="130"/>
                    <a:pt x="520" y="130"/>
                    <a:pt x="520" y="131"/>
                  </a:cubicBezTo>
                  <a:lnTo>
                    <a:pt x="520" y="131"/>
                  </a:lnTo>
                  <a:cubicBezTo>
                    <a:pt x="521" y="131"/>
                    <a:pt x="521" y="131"/>
                    <a:pt x="521" y="131"/>
                  </a:cubicBezTo>
                  <a:lnTo>
                    <a:pt x="522" y="131"/>
                  </a:lnTo>
                  <a:cubicBezTo>
                    <a:pt x="522" y="132"/>
                    <a:pt x="522" y="132"/>
                    <a:pt x="523" y="132"/>
                  </a:cubicBezTo>
                  <a:lnTo>
                    <a:pt x="523" y="132"/>
                  </a:lnTo>
                  <a:cubicBezTo>
                    <a:pt x="523" y="132"/>
                    <a:pt x="524" y="132"/>
                    <a:pt x="524" y="133"/>
                  </a:cubicBezTo>
                  <a:lnTo>
                    <a:pt x="524" y="133"/>
                  </a:lnTo>
                  <a:cubicBezTo>
                    <a:pt x="525" y="133"/>
                    <a:pt x="525" y="133"/>
                    <a:pt x="526" y="133"/>
                  </a:cubicBezTo>
                  <a:lnTo>
                    <a:pt x="526" y="133"/>
                  </a:lnTo>
                  <a:lnTo>
                    <a:pt x="527" y="133"/>
                  </a:lnTo>
                  <a:cubicBezTo>
                    <a:pt x="528" y="133"/>
                    <a:pt x="528" y="133"/>
                    <a:pt x="529" y="133"/>
                  </a:cubicBezTo>
                  <a:lnTo>
                    <a:pt x="529" y="133"/>
                  </a:lnTo>
                  <a:lnTo>
                    <a:pt x="530" y="133"/>
                  </a:lnTo>
                  <a:cubicBezTo>
                    <a:pt x="531" y="133"/>
                    <a:pt x="531" y="133"/>
                    <a:pt x="531" y="133"/>
                  </a:cubicBezTo>
                  <a:cubicBezTo>
                    <a:pt x="532" y="133"/>
                    <a:pt x="532" y="133"/>
                    <a:pt x="532" y="133"/>
                  </a:cubicBezTo>
                  <a:lnTo>
                    <a:pt x="533" y="133"/>
                  </a:lnTo>
                  <a:lnTo>
                    <a:pt x="533" y="133"/>
                  </a:lnTo>
                  <a:cubicBezTo>
                    <a:pt x="534" y="132"/>
                    <a:pt x="534" y="132"/>
                    <a:pt x="534" y="132"/>
                  </a:cubicBezTo>
                  <a:cubicBezTo>
                    <a:pt x="535" y="132"/>
                    <a:pt x="535" y="132"/>
                    <a:pt x="535" y="132"/>
                  </a:cubicBezTo>
                  <a:lnTo>
                    <a:pt x="536" y="132"/>
                  </a:lnTo>
                  <a:lnTo>
                    <a:pt x="536" y="131"/>
                  </a:lnTo>
                  <a:lnTo>
                    <a:pt x="537" y="131"/>
                  </a:lnTo>
                  <a:lnTo>
                    <a:pt x="537" y="131"/>
                  </a:lnTo>
                  <a:cubicBezTo>
                    <a:pt x="538" y="130"/>
                    <a:pt x="538" y="130"/>
                    <a:pt x="538" y="130"/>
                  </a:cubicBezTo>
                  <a:lnTo>
                    <a:pt x="539" y="130"/>
                  </a:lnTo>
                  <a:lnTo>
                    <a:pt x="539" y="129"/>
                  </a:lnTo>
                  <a:lnTo>
                    <a:pt x="540" y="129"/>
                  </a:lnTo>
                  <a:lnTo>
                    <a:pt x="574" y="94"/>
                  </a:lnTo>
                  <a:cubicBezTo>
                    <a:pt x="580" y="88"/>
                    <a:pt x="580" y="79"/>
                    <a:pt x="574" y="73"/>
                  </a:cubicBezTo>
                  <a:cubicBezTo>
                    <a:pt x="568" y="66"/>
                    <a:pt x="558" y="66"/>
                    <a:pt x="552" y="73"/>
                  </a:cubicBezTo>
                  <a:lnTo>
                    <a:pt x="544" y="80"/>
                  </a:lnTo>
                  <a:lnTo>
                    <a:pt x="544" y="15"/>
                  </a:lnTo>
                  <a:cubicBezTo>
                    <a:pt x="544" y="6"/>
                    <a:pt x="537" y="0"/>
                    <a:pt x="529" y="0"/>
                  </a:cubicBezTo>
                  <a:lnTo>
                    <a:pt x="16" y="0"/>
                  </a:lnTo>
                  <a:cubicBezTo>
                    <a:pt x="7" y="0"/>
                    <a:pt x="0" y="6"/>
                    <a:pt x="0" y="15"/>
                  </a:cubicBezTo>
                  <a:lnTo>
                    <a:pt x="0" y="118"/>
                  </a:lnTo>
                  <a:cubicBezTo>
                    <a:pt x="0" y="126"/>
                    <a:pt x="7" y="133"/>
                    <a:pt x="16" y="133"/>
                  </a:cubicBezTo>
                  <a:close/>
                </a:path>
              </a:pathLst>
            </a:custGeom>
            <a:solidFill>
              <a:srgbClr val="3C2C31"/>
            </a:solidFill>
            <a:ln>
              <a:noFill/>
            </a:ln>
          </p:spPr>
          <p:txBody>
            <a:bodyPr spcFirstLastPara="1" wrap="square" lIns="90000" tIns="2875" rIns="90000" bIns="28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1340;p39">
              <a:extLst>
                <a:ext uri="{FF2B5EF4-FFF2-40B4-BE49-F238E27FC236}">
                  <a16:creationId xmlns:a16="http://schemas.microsoft.com/office/drawing/2014/main" id="{A444310C-E540-C52C-21D7-4B5B14DE3981}"/>
                </a:ext>
              </a:extLst>
            </p:cNvPr>
            <p:cNvSpPr/>
            <p:nvPr/>
          </p:nvSpPr>
          <p:spPr>
            <a:xfrm>
              <a:off x="2818440" y="1471320"/>
              <a:ext cx="208440" cy="48240"/>
            </a:xfrm>
            <a:custGeom>
              <a:avLst/>
              <a:gdLst/>
              <a:ahLst/>
              <a:cxnLst/>
              <a:rect l="l" t="t" r="r" b="b"/>
              <a:pathLst>
                <a:path w="579" h="134" extrusionOk="0">
                  <a:moveTo>
                    <a:pt x="563" y="0"/>
                  </a:moveTo>
                  <a:cubicBezTo>
                    <a:pt x="554" y="0"/>
                    <a:pt x="547" y="7"/>
                    <a:pt x="547" y="16"/>
                  </a:cubicBezTo>
                  <a:lnTo>
                    <a:pt x="547" y="103"/>
                  </a:lnTo>
                  <a:lnTo>
                    <a:pt x="66" y="103"/>
                  </a:lnTo>
                  <a:lnTo>
                    <a:pt x="66" y="53"/>
                  </a:lnTo>
                  <a:lnTo>
                    <a:pt x="73" y="61"/>
                  </a:lnTo>
                  <a:cubicBezTo>
                    <a:pt x="77" y="64"/>
                    <a:pt x="81" y="66"/>
                    <a:pt x="84" y="66"/>
                  </a:cubicBezTo>
                  <a:cubicBezTo>
                    <a:pt x="88" y="66"/>
                    <a:pt x="92" y="64"/>
                    <a:pt x="95" y="61"/>
                  </a:cubicBezTo>
                  <a:cubicBezTo>
                    <a:pt x="101" y="55"/>
                    <a:pt x="101" y="45"/>
                    <a:pt x="95" y="39"/>
                  </a:cubicBezTo>
                  <a:lnTo>
                    <a:pt x="61" y="5"/>
                  </a:lnTo>
                  <a:lnTo>
                    <a:pt x="60" y="4"/>
                  </a:lnTo>
                  <a:lnTo>
                    <a:pt x="60" y="4"/>
                  </a:lnTo>
                  <a:cubicBezTo>
                    <a:pt x="60" y="3"/>
                    <a:pt x="59" y="3"/>
                    <a:pt x="59" y="3"/>
                  </a:cubicBezTo>
                  <a:lnTo>
                    <a:pt x="59" y="3"/>
                  </a:lnTo>
                  <a:cubicBezTo>
                    <a:pt x="58" y="3"/>
                    <a:pt x="58" y="2"/>
                    <a:pt x="58" y="2"/>
                  </a:cubicBezTo>
                  <a:cubicBezTo>
                    <a:pt x="57" y="2"/>
                    <a:pt x="57" y="2"/>
                    <a:pt x="57" y="2"/>
                  </a:cubicBezTo>
                  <a:lnTo>
                    <a:pt x="56" y="2"/>
                  </a:lnTo>
                  <a:lnTo>
                    <a:pt x="56" y="2"/>
                  </a:lnTo>
                  <a:cubicBezTo>
                    <a:pt x="56" y="1"/>
                    <a:pt x="55" y="1"/>
                    <a:pt x="55" y="1"/>
                  </a:cubicBezTo>
                  <a:lnTo>
                    <a:pt x="55" y="1"/>
                  </a:lnTo>
                  <a:cubicBezTo>
                    <a:pt x="54" y="1"/>
                    <a:pt x="54" y="1"/>
                    <a:pt x="53" y="1"/>
                  </a:cubicBezTo>
                  <a:lnTo>
                    <a:pt x="53" y="1"/>
                  </a:lnTo>
                  <a:lnTo>
                    <a:pt x="52" y="0"/>
                  </a:lnTo>
                  <a:cubicBezTo>
                    <a:pt x="51" y="0"/>
                    <a:pt x="51" y="0"/>
                    <a:pt x="50" y="0"/>
                  </a:cubicBezTo>
                  <a:lnTo>
                    <a:pt x="50" y="0"/>
                  </a:lnTo>
                  <a:lnTo>
                    <a:pt x="49" y="0"/>
                  </a:lnTo>
                  <a:cubicBezTo>
                    <a:pt x="48" y="0"/>
                    <a:pt x="48" y="1"/>
                    <a:pt x="48" y="1"/>
                  </a:cubicBezTo>
                  <a:cubicBezTo>
                    <a:pt x="47" y="1"/>
                    <a:pt x="47" y="1"/>
                    <a:pt x="47" y="1"/>
                  </a:cubicBezTo>
                  <a:lnTo>
                    <a:pt x="46" y="1"/>
                  </a:lnTo>
                  <a:lnTo>
                    <a:pt x="46" y="1"/>
                  </a:lnTo>
                  <a:cubicBezTo>
                    <a:pt x="45" y="1"/>
                    <a:pt x="45" y="1"/>
                    <a:pt x="44" y="1"/>
                  </a:cubicBezTo>
                  <a:lnTo>
                    <a:pt x="44" y="2"/>
                  </a:lnTo>
                  <a:lnTo>
                    <a:pt x="43" y="2"/>
                  </a:lnTo>
                  <a:lnTo>
                    <a:pt x="43" y="2"/>
                  </a:lnTo>
                  <a:lnTo>
                    <a:pt x="42" y="3"/>
                  </a:lnTo>
                  <a:lnTo>
                    <a:pt x="42" y="3"/>
                  </a:lnTo>
                  <a:cubicBezTo>
                    <a:pt x="41" y="3"/>
                    <a:pt x="41" y="3"/>
                    <a:pt x="41" y="3"/>
                  </a:cubicBezTo>
                  <a:cubicBezTo>
                    <a:pt x="41" y="4"/>
                    <a:pt x="41" y="4"/>
                    <a:pt x="40" y="4"/>
                  </a:cubicBezTo>
                  <a:lnTo>
                    <a:pt x="40" y="4"/>
                  </a:lnTo>
                  <a:cubicBezTo>
                    <a:pt x="40" y="5"/>
                    <a:pt x="39" y="5"/>
                    <a:pt x="39" y="5"/>
                  </a:cubicBezTo>
                  <a:lnTo>
                    <a:pt x="5" y="39"/>
                  </a:lnTo>
                  <a:cubicBezTo>
                    <a:pt x="-1" y="45"/>
                    <a:pt x="-1" y="55"/>
                    <a:pt x="5" y="61"/>
                  </a:cubicBezTo>
                  <a:cubicBezTo>
                    <a:pt x="11" y="67"/>
                    <a:pt x="21" y="67"/>
                    <a:pt x="27" y="61"/>
                  </a:cubicBezTo>
                  <a:lnTo>
                    <a:pt x="35" y="53"/>
                  </a:lnTo>
                  <a:lnTo>
                    <a:pt x="35" y="119"/>
                  </a:lnTo>
                  <a:cubicBezTo>
                    <a:pt x="35" y="127"/>
                    <a:pt x="42" y="134"/>
                    <a:pt x="50" y="134"/>
                  </a:cubicBezTo>
                  <a:lnTo>
                    <a:pt x="563" y="134"/>
                  </a:lnTo>
                  <a:cubicBezTo>
                    <a:pt x="572" y="134"/>
                    <a:pt x="579" y="127"/>
                    <a:pt x="579" y="119"/>
                  </a:cubicBezTo>
                  <a:lnTo>
                    <a:pt x="579" y="16"/>
                  </a:lnTo>
                  <a:cubicBezTo>
                    <a:pt x="579" y="7"/>
                    <a:pt x="572" y="0"/>
                    <a:pt x="563" y="0"/>
                  </a:cubicBezTo>
                  <a:close/>
                </a:path>
              </a:pathLst>
            </a:custGeom>
            <a:solidFill>
              <a:srgbClr val="3C2C31"/>
            </a:solidFill>
            <a:ln>
              <a:noFill/>
            </a:ln>
          </p:spPr>
          <p:txBody>
            <a:bodyPr spcFirstLastPara="1" wrap="square" lIns="90000" tIns="3225" rIns="90000" bIns="32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1341;p39">
              <a:extLst>
                <a:ext uri="{FF2B5EF4-FFF2-40B4-BE49-F238E27FC236}">
                  <a16:creationId xmlns:a16="http://schemas.microsoft.com/office/drawing/2014/main" id="{6806E2E7-444F-E92B-6192-1FB1AEBD3B98}"/>
                </a:ext>
              </a:extLst>
            </p:cNvPr>
            <p:cNvSpPr/>
            <p:nvPr/>
          </p:nvSpPr>
          <p:spPr>
            <a:xfrm>
              <a:off x="2923560" y="1200240"/>
              <a:ext cx="171000" cy="257760"/>
            </a:xfrm>
            <a:custGeom>
              <a:avLst/>
              <a:gdLst/>
              <a:ahLst/>
              <a:cxnLst/>
              <a:rect l="l" t="t" r="r" b="b"/>
              <a:pathLst>
                <a:path w="475" h="716" extrusionOk="0">
                  <a:moveTo>
                    <a:pt x="31" y="685"/>
                  </a:moveTo>
                  <a:lnTo>
                    <a:pt x="31" y="31"/>
                  </a:lnTo>
                  <a:lnTo>
                    <a:pt x="273" y="31"/>
                  </a:lnTo>
                  <a:lnTo>
                    <a:pt x="273" y="187"/>
                  </a:lnTo>
                  <a:cubicBezTo>
                    <a:pt x="273" y="195"/>
                    <a:pt x="280" y="202"/>
                    <a:pt x="288" y="202"/>
                  </a:cubicBezTo>
                  <a:lnTo>
                    <a:pt x="444" y="202"/>
                  </a:lnTo>
                  <a:lnTo>
                    <a:pt x="444" y="685"/>
                  </a:lnTo>
                  <a:lnTo>
                    <a:pt x="31" y="685"/>
                  </a:lnTo>
                  <a:moveTo>
                    <a:pt x="304" y="53"/>
                  </a:moveTo>
                  <a:lnTo>
                    <a:pt x="422" y="171"/>
                  </a:lnTo>
                  <a:lnTo>
                    <a:pt x="304" y="171"/>
                  </a:lnTo>
                  <a:lnTo>
                    <a:pt x="304" y="53"/>
                  </a:lnTo>
                  <a:moveTo>
                    <a:pt x="475" y="186"/>
                  </a:moveTo>
                  <a:lnTo>
                    <a:pt x="475" y="185"/>
                  </a:lnTo>
                  <a:lnTo>
                    <a:pt x="475" y="184"/>
                  </a:lnTo>
                  <a:lnTo>
                    <a:pt x="475" y="184"/>
                  </a:lnTo>
                  <a:cubicBezTo>
                    <a:pt x="474" y="183"/>
                    <a:pt x="474" y="182"/>
                    <a:pt x="474" y="182"/>
                  </a:cubicBezTo>
                  <a:cubicBezTo>
                    <a:pt x="474" y="181"/>
                    <a:pt x="474" y="181"/>
                    <a:pt x="474" y="181"/>
                  </a:cubicBezTo>
                  <a:cubicBezTo>
                    <a:pt x="474" y="181"/>
                    <a:pt x="473" y="180"/>
                    <a:pt x="473" y="179"/>
                  </a:cubicBezTo>
                  <a:lnTo>
                    <a:pt x="473" y="179"/>
                  </a:lnTo>
                  <a:lnTo>
                    <a:pt x="472" y="178"/>
                  </a:lnTo>
                  <a:cubicBezTo>
                    <a:pt x="472" y="177"/>
                    <a:pt x="472" y="177"/>
                    <a:pt x="472" y="177"/>
                  </a:cubicBezTo>
                  <a:cubicBezTo>
                    <a:pt x="471" y="177"/>
                    <a:pt x="471" y="176"/>
                    <a:pt x="470" y="176"/>
                  </a:cubicBezTo>
                  <a:lnTo>
                    <a:pt x="470" y="176"/>
                  </a:lnTo>
                  <a:lnTo>
                    <a:pt x="299" y="4"/>
                  </a:lnTo>
                  <a:lnTo>
                    <a:pt x="299" y="4"/>
                  </a:lnTo>
                  <a:lnTo>
                    <a:pt x="298" y="3"/>
                  </a:lnTo>
                  <a:cubicBezTo>
                    <a:pt x="297" y="3"/>
                    <a:pt x="297" y="3"/>
                    <a:pt x="297" y="3"/>
                  </a:cubicBezTo>
                  <a:cubicBezTo>
                    <a:pt x="297" y="2"/>
                    <a:pt x="296" y="2"/>
                    <a:pt x="295" y="2"/>
                  </a:cubicBezTo>
                  <a:lnTo>
                    <a:pt x="295" y="2"/>
                  </a:lnTo>
                  <a:cubicBezTo>
                    <a:pt x="295" y="1"/>
                    <a:pt x="294" y="1"/>
                    <a:pt x="294" y="1"/>
                  </a:cubicBezTo>
                  <a:cubicBezTo>
                    <a:pt x="293" y="1"/>
                    <a:pt x="293" y="1"/>
                    <a:pt x="293" y="1"/>
                  </a:cubicBezTo>
                  <a:cubicBezTo>
                    <a:pt x="293" y="0"/>
                    <a:pt x="292" y="0"/>
                    <a:pt x="291" y="0"/>
                  </a:cubicBezTo>
                  <a:lnTo>
                    <a:pt x="291" y="0"/>
                  </a:lnTo>
                  <a:cubicBezTo>
                    <a:pt x="290" y="0"/>
                    <a:pt x="290" y="0"/>
                    <a:pt x="289" y="0"/>
                  </a:cubicBezTo>
                  <a:lnTo>
                    <a:pt x="289" y="0"/>
                  </a:lnTo>
                  <a:cubicBezTo>
                    <a:pt x="288" y="0"/>
                    <a:pt x="288" y="0"/>
                    <a:pt x="288" y="0"/>
                  </a:cubicBezTo>
                  <a:lnTo>
                    <a:pt x="15" y="0"/>
                  </a:lnTo>
                  <a:cubicBezTo>
                    <a:pt x="7" y="0"/>
                    <a:pt x="0" y="7"/>
                    <a:pt x="0" y="15"/>
                  </a:cubicBezTo>
                  <a:lnTo>
                    <a:pt x="0" y="700"/>
                  </a:lnTo>
                  <a:cubicBezTo>
                    <a:pt x="0" y="709"/>
                    <a:pt x="7" y="716"/>
                    <a:pt x="15" y="716"/>
                  </a:cubicBezTo>
                  <a:lnTo>
                    <a:pt x="459" y="716"/>
                  </a:lnTo>
                  <a:cubicBezTo>
                    <a:pt x="468" y="716"/>
                    <a:pt x="475" y="709"/>
                    <a:pt x="475" y="700"/>
                  </a:cubicBezTo>
                  <a:lnTo>
                    <a:pt x="475" y="187"/>
                  </a:lnTo>
                  <a:cubicBezTo>
                    <a:pt x="475" y="186"/>
                    <a:pt x="475" y="186"/>
                    <a:pt x="475" y="186"/>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9" name="Google Shape;1342;p39">
              <a:extLst>
                <a:ext uri="{FF2B5EF4-FFF2-40B4-BE49-F238E27FC236}">
                  <a16:creationId xmlns:a16="http://schemas.microsoft.com/office/drawing/2014/main" id="{EC995A70-4A32-CCD5-4527-24E312085362}"/>
                </a:ext>
              </a:extLst>
            </p:cNvPr>
            <p:cNvSpPr/>
            <p:nvPr/>
          </p:nvSpPr>
          <p:spPr>
            <a:xfrm>
              <a:off x="2948040" y="1224720"/>
              <a:ext cx="36000" cy="36000"/>
            </a:xfrm>
            <a:custGeom>
              <a:avLst/>
              <a:gdLst/>
              <a:ahLst/>
              <a:cxnLst/>
              <a:rect l="l" t="t" r="r" b="b"/>
              <a:pathLst>
                <a:path w="100" h="100" extrusionOk="0">
                  <a:moveTo>
                    <a:pt x="31" y="31"/>
                  </a:moveTo>
                  <a:lnTo>
                    <a:pt x="69" y="31"/>
                  </a:lnTo>
                  <a:lnTo>
                    <a:pt x="69" y="69"/>
                  </a:lnTo>
                  <a:lnTo>
                    <a:pt x="31" y="69"/>
                  </a:lnTo>
                  <a:lnTo>
                    <a:pt x="31" y="31"/>
                  </a:lnTo>
                  <a:moveTo>
                    <a:pt x="16" y="100"/>
                  </a:moveTo>
                  <a:lnTo>
                    <a:pt x="84" y="100"/>
                  </a:lnTo>
                  <a:cubicBezTo>
                    <a:pt x="93" y="100"/>
                    <a:pt x="100" y="93"/>
                    <a:pt x="100" y="84"/>
                  </a:cubicBezTo>
                  <a:lnTo>
                    <a:pt x="100" y="16"/>
                  </a:lnTo>
                  <a:cubicBezTo>
                    <a:pt x="100" y="7"/>
                    <a:pt x="93" y="0"/>
                    <a:pt x="84" y="0"/>
                  </a:cubicBezTo>
                  <a:lnTo>
                    <a:pt x="16" y="0"/>
                  </a:lnTo>
                  <a:cubicBezTo>
                    <a:pt x="7" y="0"/>
                    <a:pt x="0" y="7"/>
                    <a:pt x="0" y="16"/>
                  </a:cubicBezTo>
                  <a:lnTo>
                    <a:pt x="0" y="84"/>
                  </a:lnTo>
                  <a:cubicBezTo>
                    <a:pt x="0" y="93"/>
                    <a:pt x="7" y="100"/>
                    <a:pt x="16" y="100"/>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0" name="Google Shape;1343;p39">
              <a:extLst>
                <a:ext uri="{FF2B5EF4-FFF2-40B4-BE49-F238E27FC236}">
                  <a16:creationId xmlns:a16="http://schemas.microsoft.com/office/drawing/2014/main" id="{EF7F3AB8-2206-04FF-7C6F-6C43377BD909}"/>
                </a:ext>
              </a:extLst>
            </p:cNvPr>
            <p:cNvSpPr/>
            <p:nvPr/>
          </p:nvSpPr>
          <p:spPr>
            <a:xfrm>
              <a:off x="2948040" y="1286640"/>
              <a:ext cx="121680" cy="35640"/>
            </a:xfrm>
            <a:custGeom>
              <a:avLst/>
              <a:gdLst/>
              <a:ahLst/>
              <a:cxnLst/>
              <a:rect l="l" t="t" r="r" b="b"/>
              <a:pathLst>
                <a:path w="338" h="99" extrusionOk="0">
                  <a:moveTo>
                    <a:pt x="307" y="68"/>
                  </a:moveTo>
                  <a:lnTo>
                    <a:pt x="31" y="68"/>
                  </a:lnTo>
                  <a:lnTo>
                    <a:pt x="31" y="31"/>
                  </a:lnTo>
                  <a:lnTo>
                    <a:pt x="307" y="31"/>
                  </a:lnTo>
                  <a:lnTo>
                    <a:pt x="307" y="68"/>
                  </a:lnTo>
                  <a:moveTo>
                    <a:pt x="323" y="0"/>
                  </a:moveTo>
                  <a:lnTo>
                    <a:pt x="16" y="0"/>
                  </a:lnTo>
                  <a:cubicBezTo>
                    <a:pt x="7" y="0"/>
                    <a:pt x="0" y="6"/>
                    <a:pt x="0" y="15"/>
                  </a:cubicBezTo>
                  <a:lnTo>
                    <a:pt x="0" y="84"/>
                  </a:lnTo>
                  <a:cubicBezTo>
                    <a:pt x="0" y="92"/>
                    <a:pt x="7" y="99"/>
                    <a:pt x="16" y="99"/>
                  </a:cubicBezTo>
                  <a:lnTo>
                    <a:pt x="323" y="99"/>
                  </a:lnTo>
                  <a:cubicBezTo>
                    <a:pt x="331" y="99"/>
                    <a:pt x="338" y="92"/>
                    <a:pt x="338" y="84"/>
                  </a:cubicBezTo>
                  <a:lnTo>
                    <a:pt x="338" y="15"/>
                  </a:lnTo>
                  <a:cubicBezTo>
                    <a:pt x="338" y="6"/>
                    <a:pt x="331" y="0"/>
                    <a:pt x="323" y="0"/>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1" name="Google Shape;1344;p39">
              <a:extLst>
                <a:ext uri="{FF2B5EF4-FFF2-40B4-BE49-F238E27FC236}">
                  <a16:creationId xmlns:a16="http://schemas.microsoft.com/office/drawing/2014/main" id="{DCA574F4-E927-C495-CC7A-4751A59B13EE}"/>
                </a:ext>
              </a:extLst>
            </p:cNvPr>
            <p:cNvSpPr/>
            <p:nvPr/>
          </p:nvSpPr>
          <p:spPr>
            <a:xfrm>
              <a:off x="2948040" y="1335960"/>
              <a:ext cx="121680" cy="35640"/>
            </a:xfrm>
            <a:custGeom>
              <a:avLst/>
              <a:gdLst/>
              <a:ahLst/>
              <a:cxnLst/>
              <a:rect l="l" t="t" r="r" b="b"/>
              <a:pathLst>
                <a:path w="338" h="99" extrusionOk="0">
                  <a:moveTo>
                    <a:pt x="307" y="68"/>
                  </a:moveTo>
                  <a:lnTo>
                    <a:pt x="31" y="68"/>
                  </a:lnTo>
                  <a:lnTo>
                    <a:pt x="31" y="31"/>
                  </a:lnTo>
                  <a:lnTo>
                    <a:pt x="307" y="31"/>
                  </a:lnTo>
                  <a:lnTo>
                    <a:pt x="307" y="68"/>
                  </a:lnTo>
                  <a:moveTo>
                    <a:pt x="323" y="0"/>
                  </a:moveTo>
                  <a:lnTo>
                    <a:pt x="16" y="0"/>
                  </a:lnTo>
                  <a:cubicBezTo>
                    <a:pt x="7" y="0"/>
                    <a:pt x="0" y="6"/>
                    <a:pt x="0" y="15"/>
                  </a:cubicBezTo>
                  <a:lnTo>
                    <a:pt x="0" y="84"/>
                  </a:lnTo>
                  <a:cubicBezTo>
                    <a:pt x="0" y="92"/>
                    <a:pt x="7" y="99"/>
                    <a:pt x="16" y="99"/>
                  </a:cubicBezTo>
                  <a:lnTo>
                    <a:pt x="323" y="99"/>
                  </a:lnTo>
                  <a:cubicBezTo>
                    <a:pt x="331" y="99"/>
                    <a:pt x="338" y="92"/>
                    <a:pt x="338" y="84"/>
                  </a:cubicBezTo>
                  <a:lnTo>
                    <a:pt x="338" y="15"/>
                  </a:lnTo>
                  <a:cubicBezTo>
                    <a:pt x="338" y="6"/>
                    <a:pt x="331" y="0"/>
                    <a:pt x="323" y="0"/>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2" name="Google Shape;1345;p39">
              <a:extLst>
                <a:ext uri="{FF2B5EF4-FFF2-40B4-BE49-F238E27FC236}">
                  <a16:creationId xmlns:a16="http://schemas.microsoft.com/office/drawing/2014/main" id="{43BF93AF-AB0E-E823-68FC-26FF3915F9D4}"/>
                </a:ext>
              </a:extLst>
            </p:cNvPr>
            <p:cNvSpPr/>
            <p:nvPr/>
          </p:nvSpPr>
          <p:spPr>
            <a:xfrm>
              <a:off x="2948040" y="1385280"/>
              <a:ext cx="60120" cy="35640"/>
            </a:xfrm>
            <a:custGeom>
              <a:avLst/>
              <a:gdLst/>
              <a:ahLst/>
              <a:cxnLst/>
              <a:rect l="l" t="t" r="r" b="b"/>
              <a:pathLst>
                <a:path w="167" h="99" extrusionOk="0">
                  <a:moveTo>
                    <a:pt x="137" y="68"/>
                  </a:moveTo>
                  <a:lnTo>
                    <a:pt x="31" y="68"/>
                  </a:lnTo>
                  <a:lnTo>
                    <a:pt x="31" y="31"/>
                  </a:lnTo>
                  <a:lnTo>
                    <a:pt x="137" y="31"/>
                  </a:lnTo>
                  <a:lnTo>
                    <a:pt x="137" y="68"/>
                  </a:lnTo>
                  <a:moveTo>
                    <a:pt x="153" y="0"/>
                  </a:moveTo>
                  <a:lnTo>
                    <a:pt x="16" y="0"/>
                  </a:lnTo>
                  <a:cubicBezTo>
                    <a:pt x="7" y="0"/>
                    <a:pt x="0" y="7"/>
                    <a:pt x="0" y="15"/>
                  </a:cubicBezTo>
                  <a:lnTo>
                    <a:pt x="0" y="84"/>
                  </a:lnTo>
                  <a:cubicBezTo>
                    <a:pt x="0" y="92"/>
                    <a:pt x="7" y="99"/>
                    <a:pt x="16" y="99"/>
                  </a:cubicBezTo>
                  <a:lnTo>
                    <a:pt x="153" y="99"/>
                  </a:lnTo>
                  <a:cubicBezTo>
                    <a:pt x="160" y="99"/>
                    <a:pt x="167" y="92"/>
                    <a:pt x="167" y="84"/>
                  </a:cubicBezTo>
                  <a:lnTo>
                    <a:pt x="167" y="15"/>
                  </a:lnTo>
                  <a:cubicBezTo>
                    <a:pt x="167" y="7"/>
                    <a:pt x="160" y="0"/>
                    <a:pt x="153" y="0"/>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8"/>
        <p:cNvGrpSpPr/>
        <p:nvPr/>
      </p:nvGrpSpPr>
      <p:grpSpPr>
        <a:xfrm>
          <a:off x="0" y="0"/>
          <a:ext cx="0" cy="0"/>
          <a:chOff x="0" y="0"/>
          <a:chExt cx="0" cy="0"/>
        </a:xfrm>
      </p:grpSpPr>
      <p:sp>
        <p:nvSpPr>
          <p:cNvPr id="2371" name="Google Shape;2371;p46"/>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en-US" sz="2000" dirty="0"/>
              <a:t>Week 7: Visual Report or Dashboard Preparation</a:t>
            </a:r>
            <a:endParaRPr sz="2000" dirty="0"/>
          </a:p>
        </p:txBody>
      </p:sp>
      <p:grpSp>
        <p:nvGrpSpPr>
          <p:cNvPr id="2373" name="Google Shape;2373;p46"/>
          <p:cNvGrpSpPr/>
          <p:nvPr/>
        </p:nvGrpSpPr>
        <p:grpSpPr>
          <a:xfrm>
            <a:off x="5863673" y="4178706"/>
            <a:ext cx="1408745" cy="850581"/>
            <a:chOff x="5863673" y="4178706"/>
            <a:chExt cx="1408745" cy="850581"/>
          </a:xfrm>
        </p:grpSpPr>
        <p:sp>
          <p:nvSpPr>
            <p:cNvPr id="2374" name="Google Shape;2374;p46"/>
            <p:cNvSpPr/>
            <p:nvPr/>
          </p:nvSpPr>
          <p:spPr>
            <a:xfrm flipH="1">
              <a:off x="6438069" y="4178706"/>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5" name="Google Shape;2375;p46"/>
            <p:cNvSpPr/>
            <p:nvPr/>
          </p:nvSpPr>
          <p:spPr>
            <a:xfrm flipH="1">
              <a:off x="5863673" y="4568786"/>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7" name="Picture 6">
            <a:extLst>
              <a:ext uri="{FF2B5EF4-FFF2-40B4-BE49-F238E27FC236}">
                <a16:creationId xmlns:a16="http://schemas.microsoft.com/office/drawing/2014/main" id="{3AC90E4D-B755-F6CD-D4F7-99D15CB3B674}"/>
              </a:ext>
            </a:extLst>
          </p:cNvPr>
          <p:cNvPicPr>
            <a:picLocks noChangeAspect="1"/>
          </p:cNvPicPr>
          <p:nvPr/>
        </p:nvPicPr>
        <p:blipFill>
          <a:blip r:embed="rId3"/>
          <a:stretch>
            <a:fillRect/>
          </a:stretch>
        </p:blipFill>
        <p:spPr>
          <a:xfrm>
            <a:off x="1025912" y="1390185"/>
            <a:ext cx="7069873" cy="32807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1268" name="Google Shape;1268;p37"/>
          <p:cNvSpPr txBox="1">
            <a:spLocks noGrp="1"/>
          </p:cNvSpPr>
          <p:nvPr>
            <p:ph type="title"/>
          </p:nvPr>
        </p:nvSpPr>
        <p:spPr>
          <a:xfrm>
            <a:off x="865625" y="879900"/>
            <a:ext cx="7382000" cy="448834"/>
          </a:xfrm>
          <a:prstGeom prst="rect">
            <a:avLst/>
          </a:prstGeom>
        </p:spPr>
        <p:txBody>
          <a:bodyPr spcFirstLastPara="1" wrap="square" lIns="91425" tIns="91425" rIns="91425" bIns="91425" anchor="ctr" anchorCtr="0">
            <a:noAutofit/>
          </a:bodyPr>
          <a:lstStyle/>
          <a:p>
            <a:pPr lvl="0" algn="ctr"/>
            <a:r>
              <a:rPr lang="en-US" sz="2000" dirty="0"/>
              <a:t>Week 8: Documentation and Final Presentation</a:t>
            </a:r>
            <a:endParaRPr sz="2000" dirty="0"/>
          </a:p>
        </p:txBody>
      </p:sp>
      <p:grpSp>
        <p:nvGrpSpPr>
          <p:cNvPr id="1269" name="Google Shape;1269;p37"/>
          <p:cNvGrpSpPr/>
          <p:nvPr/>
        </p:nvGrpSpPr>
        <p:grpSpPr>
          <a:xfrm>
            <a:off x="306304" y="3092605"/>
            <a:ext cx="2667356" cy="1625990"/>
            <a:chOff x="306303" y="924110"/>
            <a:chExt cx="5924571" cy="3794485"/>
          </a:xfrm>
        </p:grpSpPr>
        <p:grpSp>
          <p:nvGrpSpPr>
            <p:cNvPr id="1270" name="Google Shape;1270;p37"/>
            <p:cNvGrpSpPr/>
            <p:nvPr/>
          </p:nvGrpSpPr>
          <p:grpSpPr>
            <a:xfrm>
              <a:off x="306303" y="3046394"/>
              <a:ext cx="2590200" cy="1672200"/>
              <a:chOff x="8761033" y="6084360"/>
              <a:chExt cx="2590200" cy="1672200"/>
            </a:xfrm>
          </p:grpSpPr>
          <p:grpSp>
            <p:nvGrpSpPr>
              <p:cNvPr id="1271" name="Google Shape;1271;p37"/>
              <p:cNvGrpSpPr/>
              <p:nvPr/>
            </p:nvGrpSpPr>
            <p:grpSpPr>
              <a:xfrm>
                <a:off x="8761033" y="6084360"/>
                <a:ext cx="2590200" cy="1672200"/>
                <a:chOff x="7350120" y="6084360"/>
                <a:chExt cx="2590200" cy="1672200"/>
              </a:xfrm>
            </p:grpSpPr>
            <p:sp>
              <p:nvSpPr>
                <p:cNvPr id="1272" name="Google Shape;1272;p37"/>
                <p:cNvSpPr/>
                <p:nvPr/>
              </p:nvSpPr>
              <p:spPr>
                <a:xfrm>
                  <a:off x="7350120" y="6241680"/>
                  <a:ext cx="2590200" cy="1514880"/>
                </a:xfrm>
                <a:custGeom>
                  <a:avLst/>
                  <a:gdLst/>
                  <a:ahLst/>
                  <a:cxnLst/>
                  <a:rect l="l" t="t" r="r" b="b"/>
                  <a:pathLst>
                    <a:path w="7195" h="4208" extrusionOk="0">
                      <a:moveTo>
                        <a:pt x="7195" y="4208"/>
                      </a:moveTo>
                      <a:lnTo>
                        <a:pt x="0" y="4208"/>
                      </a:lnTo>
                      <a:lnTo>
                        <a:pt x="0" y="0"/>
                      </a:lnTo>
                      <a:lnTo>
                        <a:pt x="7195" y="0"/>
                      </a:lnTo>
                      <a:lnTo>
                        <a:pt x="7195" y="4208"/>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3" name="Google Shape;1273;p37"/>
                <p:cNvSpPr/>
                <p:nvPr/>
              </p:nvSpPr>
              <p:spPr>
                <a:xfrm>
                  <a:off x="7350120" y="6084360"/>
                  <a:ext cx="2590200" cy="157320"/>
                </a:xfrm>
                <a:custGeom>
                  <a:avLst/>
                  <a:gdLst/>
                  <a:ahLst/>
                  <a:cxnLst/>
                  <a:rect l="l" t="t" r="r" b="b"/>
                  <a:pathLst>
                    <a:path w="7195" h="437" extrusionOk="0">
                      <a:moveTo>
                        <a:pt x="6988" y="0"/>
                      </a:moveTo>
                      <a:lnTo>
                        <a:pt x="207" y="0"/>
                      </a:lnTo>
                      <a:cubicBezTo>
                        <a:pt x="93" y="0"/>
                        <a:pt x="0" y="93"/>
                        <a:pt x="0" y="207"/>
                      </a:cubicBezTo>
                      <a:lnTo>
                        <a:pt x="0" y="437"/>
                      </a:lnTo>
                      <a:lnTo>
                        <a:pt x="7195" y="437"/>
                      </a:lnTo>
                      <a:lnTo>
                        <a:pt x="7195" y="207"/>
                      </a:lnTo>
                      <a:cubicBezTo>
                        <a:pt x="7195" y="93"/>
                        <a:pt x="7102" y="0"/>
                        <a:pt x="6988"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4" name="Google Shape;1274;p37"/>
                <p:cNvSpPr/>
                <p:nvPr/>
              </p:nvSpPr>
              <p:spPr>
                <a:xfrm>
                  <a:off x="7419240" y="6126840"/>
                  <a:ext cx="72360" cy="72360"/>
                </a:xfrm>
                <a:custGeom>
                  <a:avLst/>
                  <a:gdLst/>
                  <a:ahLst/>
                  <a:cxnLst/>
                  <a:rect l="l" t="t" r="r" b="b"/>
                  <a:pathLst>
                    <a:path w="201" h="201" extrusionOk="0">
                      <a:moveTo>
                        <a:pt x="201" y="100"/>
                      </a:moveTo>
                      <a:cubicBezTo>
                        <a:pt x="201" y="156"/>
                        <a:pt x="156" y="201"/>
                        <a:pt x="100" y="201"/>
                      </a:cubicBezTo>
                      <a:cubicBezTo>
                        <a:pt x="45" y="201"/>
                        <a:pt x="0" y="156"/>
                        <a:pt x="0" y="100"/>
                      </a:cubicBezTo>
                      <a:cubicBezTo>
                        <a:pt x="0" y="45"/>
                        <a:pt x="45" y="0"/>
                        <a:pt x="100" y="0"/>
                      </a:cubicBezTo>
                      <a:cubicBezTo>
                        <a:pt x="156" y="0"/>
                        <a:pt x="201" y="45"/>
                        <a:pt x="201" y="100"/>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5" name="Google Shape;1275;p37"/>
                <p:cNvSpPr/>
                <p:nvPr/>
              </p:nvSpPr>
              <p:spPr>
                <a:xfrm>
                  <a:off x="7530840" y="6126840"/>
                  <a:ext cx="72360" cy="72360"/>
                </a:xfrm>
                <a:custGeom>
                  <a:avLst/>
                  <a:gdLst/>
                  <a:ahLst/>
                  <a:cxnLst/>
                  <a:rect l="l" t="t" r="r" b="b"/>
                  <a:pathLst>
                    <a:path w="201" h="201" extrusionOk="0">
                      <a:moveTo>
                        <a:pt x="201" y="100"/>
                      </a:moveTo>
                      <a:cubicBezTo>
                        <a:pt x="201" y="156"/>
                        <a:pt x="156" y="201"/>
                        <a:pt x="101" y="201"/>
                      </a:cubicBezTo>
                      <a:cubicBezTo>
                        <a:pt x="45" y="201"/>
                        <a:pt x="0" y="156"/>
                        <a:pt x="0" y="100"/>
                      </a:cubicBezTo>
                      <a:cubicBezTo>
                        <a:pt x="0" y="45"/>
                        <a:pt x="45" y="0"/>
                        <a:pt x="101" y="0"/>
                      </a:cubicBezTo>
                      <a:cubicBezTo>
                        <a:pt x="156" y="0"/>
                        <a:pt x="201" y="45"/>
                        <a:pt x="201" y="100"/>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6" name="Google Shape;1276;p37"/>
                <p:cNvSpPr/>
                <p:nvPr/>
              </p:nvSpPr>
              <p:spPr>
                <a:xfrm>
                  <a:off x="7642800" y="6126840"/>
                  <a:ext cx="72000" cy="72360"/>
                </a:xfrm>
                <a:custGeom>
                  <a:avLst/>
                  <a:gdLst/>
                  <a:ahLst/>
                  <a:cxnLst/>
                  <a:rect l="l" t="t" r="r" b="b"/>
                  <a:pathLst>
                    <a:path w="200" h="201" extrusionOk="0">
                      <a:moveTo>
                        <a:pt x="200" y="100"/>
                      </a:moveTo>
                      <a:cubicBezTo>
                        <a:pt x="200" y="156"/>
                        <a:pt x="156" y="201"/>
                        <a:pt x="100" y="201"/>
                      </a:cubicBezTo>
                      <a:cubicBezTo>
                        <a:pt x="45" y="201"/>
                        <a:pt x="0" y="156"/>
                        <a:pt x="0" y="100"/>
                      </a:cubicBezTo>
                      <a:cubicBezTo>
                        <a:pt x="0" y="45"/>
                        <a:pt x="45" y="0"/>
                        <a:pt x="100" y="0"/>
                      </a:cubicBezTo>
                      <a:cubicBezTo>
                        <a:pt x="156" y="0"/>
                        <a:pt x="200" y="45"/>
                        <a:pt x="200" y="100"/>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7" name="Google Shape;1277;p37"/>
                <p:cNvSpPr/>
                <p:nvPr/>
              </p:nvSpPr>
              <p:spPr>
                <a:xfrm>
                  <a:off x="7713077" y="6511941"/>
                  <a:ext cx="1923479" cy="1046836"/>
                </a:xfrm>
                <a:custGeom>
                  <a:avLst/>
                  <a:gdLst/>
                  <a:ahLst/>
                  <a:cxnLst/>
                  <a:rect l="l" t="t" r="r" b="b"/>
                  <a:pathLst>
                    <a:path w="6216" h="3383" extrusionOk="0">
                      <a:moveTo>
                        <a:pt x="6216" y="3383"/>
                      </a:moveTo>
                      <a:lnTo>
                        <a:pt x="0" y="3383"/>
                      </a:lnTo>
                      <a:lnTo>
                        <a:pt x="0" y="0"/>
                      </a:lnTo>
                      <a:lnTo>
                        <a:pt x="42" y="0"/>
                      </a:lnTo>
                      <a:lnTo>
                        <a:pt x="42" y="3341"/>
                      </a:lnTo>
                      <a:lnTo>
                        <a:pt x="6216" y="3341"/>
                      </a:lnTo>
                      <a:lnTo>
                        <a:pt x="6216" y="3383"/>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1278" name="Google Shape;1278;p37"/>
              <p:cNvGrpSpPr/>
              <p:nvPr/>
            </p:nvGrpSpPr>
            <p:grpSpPr>
              <a:xfrm>
                <a:off x="9241299" y="6421232"/>
                <a:ext cx="1628958" cy="1151089"/>
                <a:chOff x="6264720" y="4062960"/>
                <a:chExt cx="850320" cy="600840"/>
              </a:xfrm>
            </p:grpSpPr>
            <p:sp>
              <p:nvSpPr>
                <p:cNvPr id="1279" name="Google Shape;1279;p37"/>
                <p:cNvSpPr/>
                <p:nvPr/>
              </p:nvSpPr>
              <p:spPr>
                <a:xfrm>
                  <a:off x="6264720" y="4062960"/>
                  <a:ext cx="850320" cy="600840"/>
                </a:xfrm>
                <a:custGeom>
                  <a:avLst/>
                  <a:gdLst/>
                  <a:ahLst/>
                  <a:cxnLst/>
                  <a:rect l="l" t="t" r="r" b="b"/>
                  <a:pathLst>
                    <a:path w="2362" h="1669" extrusionOk="0">
                      <a:moveTo>
                        <a:pt x="2240" y="1669"/>
                      </a:moveTo>
                      <a:lnTo>
                        <a:pt x="122" y="1669"/>
                      </a:lnTo>
                      <a:cubicBezTo>
                        <a:pt x="55" y="1669"/>
                        <a:pt x="0" y="1614"/>
                        <a:pt x="0" y="1547"/>
                      </a:cubicBezTo>
                      <a:lnTo>
                        <a:pt x="0" y="122"/>
                      </a:lnTo>
                      <a:cubicBezTo>
                        <a:pt x="0" y="54"/>
                        <a:pt x="55" y="0"/>
                        <a:pt x="122" y="0"/>
                      </a:cubicBezTo>
                      <a:lnTo>
                        <a:pt x="2240" y="0"/>
                      </a:lnTo>
                      <a:cubicBezTo>
                        <a:pt x="2307" y="0"/>
                        <a:pt x="2362" y="54"/>
                        <a:pt x="2362" y="122"/>
                      </a:cubicBezTo>
                      <a:lnTo>
                        <a:pt x="2362" y="1547"/>
                      </a:lnTo>
                      <a:cubicBezTo>
                        <a:pt x="2362" y="1614"/>
                        <a:pt x="2307" y="1669"/>
                        <a:pt x="2240" y="1669"/>
                      </a:cubicBezTo>
                      <a:close/>
                    </a:path>
                  </a:pathLst>
                </a:custGeom>
                <a:no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0" name="Google Shape;1280;p37"/>
                <p:cNvSpPr/>
                <p:nvPr/>
              </p:nvSpPr>
              <p:spPr>
                <a:xfrm>
                  <a:off x="6333840" y="4447800"/>
                  <a:ext cx="59040" cy="136800"/>
                </a:xfrm>
                <a:custGeom>
                  <a:avLst/>
                  <a:gdLst/>
                  <a:ahLst/>
                  <a:cxnLst/>
                  <a:rect l="l" t="t" r="r" b="b"/>
                  <a:pathLst>
                    <a:path w="164" h="380" extrusionOk="0">
                      <a:moveTo>
                        <a:pt x="164" y="107"/>
                      </a:moveTo>
                      <a:cubicBezTo>
                        <a:pt x="164" y="48"/>
                        <a:pt x="127" y="0"/>
                        <a:pt x="82" y="0"/>
                      </a:cubicBezTo>
                      <a:cubicBezTo>
                        <a:pt x="36" y="0"/>
                        <a:pt x="0" y="48"/>
                        <a:pt x="0" y="107"/>
                      </a:cubicBezTo>
                      <a:lnTo>
                        <a:pt x="0" y="273"/>
                      </a:lnTo>
                      <a:cubicBezTo>
                        <a:pt x="0" y="332"/>
                        <a:pt x="36" y="380"/>
                        <a:pt x="82" y="380"/>
                      </a:cubicBezTo>
                      <a:cubicBezTo>
                        <a:pt x="127" y="380"/>
                        <a:pt x="164" y="332"/>
                        <a:pt x="164" y="273"/>
                      </a:cubicBezTo>
                      <a:lnTo>
                        <a:pt x="164" y="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81" name="Google Shape;1281;p37"/>
                <p:cNvSpPr/>
                <p:nvPr/>
              </p:nvSpPr>
              <p:spPr>
                <a:xfrm>
                  <a:off x="6443280" y="4385880"/>
                  <a:ext cx="59040" cy="198720"/>
                </a:xfrm>
                <a:custGeom>
                  <a:avLst/>
                  <a:gdLst/>
                  <a:ahLst/>
                  <a:cxnLst/>
                  <a:rect l="l" t="t" r="r" b="b"/>
                  <a:pathLst>
                    <a:path w="164" h="552" extrusionOk="0">
                      <a:moveTo>
                        <a:pt x="164" y="107"/>
                      </a:moveTo>
                      <a:cubicBezTo>
                        <a:pt x="164" y="48"/>
                        <a:pt x="127" y="0"/>
                        <a:pt x="82" y="0"/>
                      </a:cubicBezTo>
                      <a:cubicBezTo>
                        <a:pt x="37" y="0"/>
                        <a:pt x="0" y="48"/>
                        <a:pt x="0" y="107"/>
                      </a:cubicBezTo>
                      <a:lnTo>
                        <a:pt x="0" y="445"/>
                      </a:lnTo>
                      <a:cubicBezTo>
                        <a:pt x="0" y="504"/>
                        <a:pt x="37" y="552"/>
                        <a:pt x="82" y="552"/>
                      </a:cubicBezTo>
                      <a:cubicBezTo>
                        <a:pt x="127" y="552"/>
                        <a:pt x="164" y="504"/>
                        <a:pt x="164" y="445"/>
                      </a:cubicBezTo>
                      <a:lnTo>
                        <a:pt x="164" y="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82" name="Google Shape;1282;p37"/>
                <p:cNvSpPr/>
                <p:nvPr/>
              </p:nvSpPr>
              <p:spPr>
                <a:xfrm>
                  <a:off x="6553080" y="4321440"/>
                  <a:ext cx="59040" cy="263160"/>
                </a:xfrm>
                <a:custGeom>
                  <a:avLst/>
                  <a:gdLst/>
                  <a:ahLst/>
                  <a:cxnLst/>
                  <a:rect l="l" t="t" r="r" b="b"/>
                  <a:pathLst>
                    <a:path w="164" h="731" extrusionOk="0">
                      <a:moveTo>
                        <a:pt x="164" y="107"/>
                      </a:moveTo>
                      <a:cubicBezTo>
                        <a:pt x="164" y="48"/>
                        <a:pt x="127" y="0"/>
                        <a:pt x="82" y="0"/>
                      </a:cubicBezTo>
                      <a:cubicBezTo>
                        <a:pt x="37" y="0"/>
                        <a:pt x="0" y="48"/>
                        <a:pt x="0" y="107"/>
                      </a:cubicBezTo>
                      <a:lnTo>
                        <a:pt x="0" y="624"/>
                      </a:lnTo>
                      <a:cubicBezTo>
                        <a:pt x="0" y="683"/>
                        <a:pt x="37" y="731"/>
                        <a:pt x="82" y="731"/>
                      </a:cubicBezTo>
                      <a:cubicBezTo>
                        <a:pt x="127" y="731"/>
                        <a:pt x="164" y="683"/>
                        <a:pt x="164" y="624"/>
                      </a:cubicBezTo>
                      <a:lnTo>
                        <a:pt x="164" y="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83" name="Google Shape;1283;p37"/>
                <p:cNvSpPr/>
                <p:nvPr/>
              </p:nvSpPr>
              <p:spPr>
                <a:xfrm>
                  <a:off x="6662520" y="4372200"/>
                  <a:ext cx="59400" cy="212400"/>
                </a:xfrm>
                <a:custGeom>
                  <a:avLst/>
                  <a:gdLst/>
                  <a:ahLst/>
                  <a:cxnLst/>
                  <a:rect l="l" t="t" r="r" b="b"/>
                  <a:pathLst>
                    <a:path w="165" h="590" extrusionOk="0">
                      <a:moveTo>
                        <a:pt x="165" y="107"/>
                      </a:moveTo>
                      <a:cubicBezTo>
                        <a:pt x="165" y="48"/>
                        <a:pt x="128" y="0"/>
                        <a:pt x="82" y="0"/>
                      </a:cubicBezTo>
                      <a:cubicBezTo>
                        <a:pt x="37" y="0"/>
                        <a:pt x="0" y="48"/>
                        <a:pt x="0" y="107"/>
                      </a:cubicBezTo>
                      <a:lnTo>
                        <a:pt x="0" y="483"/>
                      </a:lnTo>
                      <a:cubicBezTo>
                        <a:pt x="0" y="542"/>
                        <a:pt x="37" y="590"/>
                        <a:pt x="82" y="590"/>
                      </a:cubicBezTo>
                      <a:cubicBezTo>
                        <a:pt x="128" y="590"/>
                        <a:pt x="165" y="542"/>
                        <a:pt x="165" y="483"/>
                      </a:cubicBezTo>
                      <a:lnTo>
                        <a:pt x="165" y="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84" name="Google Shape;1284;p37"/>
                <p:cNvSpPr/>
                <p:nvPr/>
              </p:nvSpPr>
              <p:spPr>
                <a:xfrm>
                  <a:off x="6772320" y="4257720"/>
                  <a:ext cx="59040" cy="326880"/>
                </a:xfrm>
                <a:custGeom>
                  <a:avLst/>
                  <a:gdLst/>
                  <a:ahLst/>
                  <a:cxnLst/>
                  <a:rect l="l" t="t" r="r" b="b"/>
                  <a:pathLst>
                    <a:path w="164" h="908" extrusionOk="0">
                      <a:moveTo>
                        <a:pt x="164" y="107"/>
                      </a:moveTo>
                      <a:cubicBezTo>
                        <a:pt x="164" y="48"/>
                        <a:pt x="127" y="0"/>
                        <a:pt x="82" y="0"/>
                      </a:cubicBezTo>
                      <a:cubicBezTo>
                        <a:pt x="37" y="0"/>
                        <a:pt x="0" y="48"/>
                        <a:pt x="0" y="107"/>
                      </a:cubicBezTo>
                      <a:lnTo>
                        <a:pt x="0" y="801"/>
                      </a:lnTo>
                      <a:cubicBezTo>
                        <a:pt x="0" y="860"/>
                        <a:pt x="37" y="908"/>
                        <a:pt x="82" y="908"/>
                      </a:cubicBezTo>
                      <a:cubicBezTo>
                        <a:pt x="127" y="908"/>
                        <a:pt x="164" y="860"/>
                        <a:pt x="164" y="801"/>
                      </a:cubicBezTo>
                      <a:lnTo>
                        <a:pt x="164" y="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85" name="Google Shape;1285;p37"/>
                <p:cNvSpPr/>
                <p:nvPr/>
              </p:nvSpPr>
              <p:spPr>
                <a:xfrm>
                  <a:off x="6881760" y="4310280"/>
                  <a:ext cx="59400" cy="274320"/>
                </a:xfrm>
                <a:custGeom>
                  <a:avLst/>
                  <a:gdLst/>
                  <a:ahLst/>
                  <a:cxnLst/>
                  <a:rect l="l" t="t" r="r" b="b"/>
                  <a:pathLst>
                    <a:path w="165" h="762" extrusionOk="0">
                      <a:moveTo>
                        <a:pt x="165" y="107"/>
                      </a:moveTo>
                      <a:cubicBezTo>
                        <a:pt x="165" y="48"/>
                        <a:pt x="128" y="0"/>
                        <a:pt x="83" y="0"/>
                      </a:cubicBezTo>
                      <a:cubicBezTo>
                        <a:pt x="37" y="0"/>
                        <a:pt x="0" y="48"/>
                        <a:pt x="0" y="107"/>
                      </a:cubicBezTo>
                      <a:lnTo>
                        <a:pt x="0" y="655"/>
                      </a:lnTo>
                      <a:cubicBezTo>
                        <a:pt x="0" y="714"/>
                        <a:pt x="37" y="762"/>
                        <a:pt x="83" y="762"/>
                      </a:cubicBezTo>
                      <a:cubicBezTo>
                        <a:pt x="128" y="762"/>
                        <a:pt x="165" y="714"/>
                        <a:pt x="165" y="655"/>
                      </a:cubicBezTo>
                      <a:lnTo>
                        <a:pt x="165" y="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86" name="Google Shape;1286;p37"/>
                <p:cNvSpPr/>
                <p:nvPr/>
              </p:nvSpPr>
              <p:spPr>
                <a:xfrm>
                  <a:off x="6991560" y="4176000"/>
                  <a:ext cx="59040" cy="408600"/>
                </a:xfrm>
                <a:custGeom>
                  <a:avLst/>
                  <a:gdLst/>
                  <a:ahLst/>
                  <a:cxnLst/>
                  <a:rect l="l" t="t" r="r" b="b"/>
                  <a:pathLst>
                    <a:path w="164" h="1135" extrusionOk="0">
                      <a:moveTo>
                        <a:pt x="164" y="107"/>
                      </a:moveTo>
                      <a:cubicBezTo>
                        <a:pt x="164" y="48"/>
                        <a:pt x="127" y="0"/>
                        <a:pt x="82" y="0"/>
                      </a:cubicBezTo>
                      <a:cubicBezTo>
                        <a:pt x="37" y="0"/>
                        <a:pt x="0" y="48"/>
                        <a:pt x="0" y="107"/>
                      </a:cubicBezTo>
                      <a:lnTo>
                        <a:pt x="0" y="1028"/>
                      </a:lnTo>
                      <a:cubicBezTo>
                        <a:pt x="0" y="1087"/>
                        <a:pt x="37" y="1135"/>
                        <a:pt x="82" y="1135"/>
                      </a:cubicBezTo>
                      <a:cubicBezTo>
                        <a:pt x="127" y="1135"/>
                        <a:pt x="164" y="1087"/>
                        <a:pt x="164" y="1028"/>
                      </a:cubicBezTo>
                      <a:lnTo>
                        <a:pt x="164" y="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grpSp>
          <p:nvGrpSpPr>
            <p:cNvPr id="1287" name="Google Shape;1287;p37"/>
            <p:cNvGrpSpPr/>
            <p:nvPr/>
          </p:nvGrpSpPr>
          <p:grpSpPr>
            <a:xfrm rot="899905">
              <a:off x="1161941" y="1004147"/>
              <a:ext cx="795061" cy="1340934"/>
              <a:chOff x="6814440" y="1026720"/>
              <a:chExt cx="1223280" cy="2063160"/>
            </a:xfrm>
          </p:grpSpPr>
          <p:sp>
            <p:nvSpPr>
              <p:cNvPr id="1288" name="Google Shape;1288;p37"/>
              <p:cNvSpPr/>
              <p:nvPr/>
            </p:nvSpPr>
            <p:spPr>
              <a:xfrm>
                <a:off x="6814440" y="1026720"/>
                <a:ext cx="1223280" cy="1574640"/>
              </a:xfrm>
              <a:custGeom>
                <a:avLst/>
                <a:gdLst/>
                <a:ahLst/>
                <a:cxnLst/>
                <a:rect l="l" t="t" r="r" b="b"/>
                <a:pathLst>
                  <a:path w="3398" h="4374" extrusionOk="0">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9" name="Google Shape;1289;p37"/>
              <p:cNvSpPr/>
              <p:nvPr/>
            </p:nvSpPr>
            <p:spPr>
              <a:xfrm>
                <a:off x="7145280" y="2540880"/>
                <a:ext cx="576720" cy="412560"/>
              </a:xfrm>
              <a:custGeom>
                <a:avLst/>
                <a:gdLst/>
                <a:ahLst/>
                <a:cxnLst/>
                <a:rect l="l" t="t" r="r" b="b"/>
                <a:pathLst>
                  <a:path w="1602" h="1146" extrusionOk="0">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90" name="Google Shape;1290;p37"/>
              <p:cNvSpPr/>
              <p:nvPr/>
            </p:nvSpPr>
            <p:spPr>
              <a:xfrm>
                <a:off x="7115040" y="1859400"/>
                <a:ext cx="583200" cy="661320"/>
              </a:xfrm>
              <a:custGeom>
                <a:avLst/>
                <a:gdLst/>
                <a:ahLst/>
                <a:cxnLst/>
                <a:rect l="l" t="t" r="r" b="b"/>
                <a:pathLst>
                  <a:path w="1620" h="1837" extrusionOk="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291" name="Google Shape;1291;p37"/>
              <p:cNvSpPr/>
              <p:nvPr/>
            </p:nvSpPr>
            <p:spPr>
              <a:xfrm>
                <a:off x="7079040" y="2500560"/>
                <a:ext cx="709560" cy="73800"/>
              </a:xfrm>
              <a:custGeom>
                <a:avLst/>
                <a:gdLst/>
                <a:ahLst/>
                <a:cxnLst/>
                <a:rect l="l" t="t" r="r" b="b"/>
                <a:pathLst>
                  <a:path w="1971" h="205" extrusionOk="0">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800" rIns="90000" bIns="28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2" name="Google Shape;1292;p37"/>
              <p:cNvSpPr/>
              <p:nvPr/>
            </p:nvSpPr>
            <p:spPr>
              <a:xfrm>
                <a:off x="7079040" y="2613600"/>
                <a:ext cx="709560" cy="73440"/>
              </a:xfrm>
              <a:custGeom>
                <a:avLst/>
                <a:gdLst/>
                <a:ahLst/>
                <a:cxnLst/>
                <a:rect l="l" t="t" r="r" b="b"/>
                <a:pathLst>
                  <a:path w="1971" h="204" extrusionOk="0">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3" name="Google Shape;1293;p37"/>
              <p:cNvSpPr/>
              <p:nvPr/>
            </p:nvSpPr>
            <p:spPr>
              <a:xfrm>
                <a:off x="7079040" y="2726640"/>
                <a:ext cx="709560" cy="73440"/>
              </a:xfrm>
              <a:custGeom>
                <a:avLst/>
                <a:gdLst/>
                <a:ahLst/>
                <a:cxnLst/>
                <a:rect l="l" t="t" r="r" b="b"/>
                <a:pathLst>
                  <a:path w="1971" h="204" extrusionOk="0">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4" name="Google Shape;1294;p37"/>
              <p:cNvSpPr/>
              <p:nvPr/>
            </p:nvSpPr>
            <p:spPr>
              <a:xfrm>
                <a:off x="7299000" y="2953440"/>
                <a:ext cx="269280" cy="136440"/>
              </a:xfrm>
              <a:custGeom>
                <a:avLst/>
                <a:gdLst/>
                <a:ahLst/>
                <a:cxnLst/>
                <a:rect l="l" t="t" r="r" b="b"/>
                <a:pathLst>
                  <a:path w="748" h="379" extrusionOk="0">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295" name="Google Shape;1295;p37"/>
            <p:cNvSpPr/>
            <p:nvPr/>
          </p:nvSpPr>
          <p:spPr>
            <a:xfrm rot="5400000">
              <a:off x="5536073" y="354454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Google Shape;1390;p40">
            <a:extLst>
              <a:ext uri="{FF2B5EF4-FFF2-40B4-BE49-F238E27FC236}">
                <a16:creationId xmlns:a16="http://schemas.microsoft.com/office/drawing/2014/main" id="{0F49E45B-A897-28FB-3755-72D942DCA5EA}"/>
              </a:ext>
            </a:extLst>
          </p:cNvPr>
          <p:cNvSpPr txBox="1"/>
          <p:nvPr/>
        </p:nvSpPr>
        <p:spPr>
          <a:xfrm>
            <a:off x="1472462" y="1410583"/>
            <a:ext cx="7071180" cy="2441679"/>
          </a:xfrm>
          <a:prstGeom prst="rect">
            <a:avLst/>
          </a:prstGeom>
          <a:noFill/>
          <a:ln>
            <a:noFill/>
          </a:ln>
        </p:spPr>
        <p:txBody>
          <a:bodyPr spcFirstLastPara="1" wrap="square" lIns="91425" tIns="91425" rIns="91425" bIns="91425" anchor="t" anchorCtr="0">
            <a:noAutofit/>
          </a:bodyPr>
          <a:lstStyle/>
          <a:p>
            <a:pPr lvl="0" eaLnBrk="0" fontAlgn="base" hangingPunct="0">
              <a:spcBef>
                <a:spcPct val="0"/>
              </a:spcBef>
              <a:spcAft>
                <a:spcPct val="0"/>
              </a:spcAft>
              <a:buClrTx/>
            </a:pPr>
            <a:r>
              <a:rPr lang="en-US" altLang="en-US" b="1" dirty="0">
                <a:solidFill>
                  <a:schemeClr val="tx1"/>
                </a:solidFill>
                <a:latin typeface="Arial" panose="020B0604020202020204" pitchFamily="34" charset="0"/>
              </a:rPr>
              <a:t>Key Insights :</a:t>
            </a:r>
          </a:p>
          <a:p>
            <a:pPr lvl="0" eaLnBrk="0" fontAlgn="base" hangingPunct="0">
              <a:spcBef>
                <a:spcPct val="0"/>
              </a:spcBef>
              <a:spcAft>
                <a:spcPct val="0"/>
              </a:spcAft>
              <a:buClrTx/>
            </a:pPr>
            <a:endParaRPr lang="en-US" altLang="en-US" b="1" dirty="0">
              <a:solidFill>
                <a:schemeClr val="tx1"/>
              </a:solidFill>
              <a:latin typeface="Arial" panose="020B0604020202020204" pitchFamily="34" charset="0"/>
            </a:endParaRPr>
          </a:p>
          <a:p>
            <a:r>
              <a:rPr lang="en-US" altLang="en-US" sz="1200" b="1" dirty="0">
                <a:solidFill>
                  <a:schemeClr val="tx1"/>
                </a:solidFill>
                <a:latin typeface="Arial" panose="020B0604020202020204" pitchFamily="34" charset="0"/>
              </a:rPr>
              <a:t>1.</a:t>
            </a:r>
            <a:r>
              <a:rPr lang="en-US" sz="1200" b="1" dirty="0"/>
              <a:t> Avg Daily Screen Time:</a:t>
            </a:r>
          </a:p>
          <a:p>
            <a:pPr marL="171450" indent="-171450">
              <a:buFont typeface="Arial" panose="020B0604020202020204" pitchFamily="34" charset="0"/>
              <a:buChar char="•"/>
            </a:pPr>
            <a:r>
              <a:rPr lang="en-US" sz="1200" dirty="0"/>
              <a:t>Most kids spend </a:t>
            </a:r>
            <a:r>
              <a:rPr lang="en-US" sz="1200" b="1" dirty="0"/>
              <a:t>3–6 hours</a:t>
            </a:r>
            <a:r>
              <a:rPr lang="en-US" sz="1200" dirty="0"/>
              <a:t> daily on screens.</a:t>
            </a:r>
          </a:p>
          <a:p>
            <a:pPr marL="171450" indent="-171450">
              <a:buFont typeface="Arial" panose="020B0604020202020204" pitchFamily="34" charset="0"/>
              <a:buChar char="•"/>
            </a:pPr>
            <a:r>
              <a:rPr lang="en-US" sz="1200" dirty="0"/>
              <a:t>Very few are at the extremes.</a:t>
            </a:r>
          </a:p>
          <a:p>
            <a:pPr marL="171450" indent="-171450">
              <a:buFont typeface="Arial" panose="020B0604020202020204" pitchFamily="34" charset="0"/>
              <a:buChar char="•"/>
            </a:pPr>
            <a:r>
              <a:rPr lang="en-US" sz="1200" dirty="0"/>
              <a:t>Overall usage follows a </a:t>
            </a:r>
            <a:r>
              <a:rPr lang="en-US" sz="1200" b="1" dirty="0"/>
              <a:t>normal distribution</a:t>
            </a:r>
            <a:r>
              <a:rPr lang="en-US" sz="1200" dirty="0"/>
              <a:t>, meaning screen habits are consistent across the group.</a:t>
            </a:r>
          </a:p>
          <a:p>
            <a:r>
              <a:rPr lang="en-US" sz="1200" b="1" dirty="0"/>
              <a:t>2. Screen Time by Gender:</a:t>
            </a:r>
          </a:p>
          <a:p>
            <a:pPr marL="171450" indent="-171450">
              <a:buFont typeface="Arial" panose="020B0604020202020204" pitchFamily="34" charset="0"/>
              <a:buChar char="•"/>
            </a:pPr>
            <a:r>
              <a:rPr lang="en-US" sz="1200" b="1" dirty="0"/>
              <a:t>Male and Female</a:t>
            </a:r>
            <a:r>
              <a:rPr lang="en-US" sz="1200" dirty="0"/>
              <a:t> children have </a:t>
            </a:r>
            <a:r>
              <a:rPr lang="en-US" sz="1200" b="1" dirty="0"/>
              <a:t>almost the same screen time</a:t>
            </a:r>
            <a:r>
              <a:rPr lang="en-US" sz="1200" dirty="0"/>
              <a:t>.</a:t>
            </a:r>
          </a:p>
          <a:p>
            <a:pPr marL="171450" indent="-171450">
              <a:buFont typeface="Arial" panose="020B0604020202020204" pitchFamily="34" charset="0"/>
              <a:buChar char="•"/>
            </a:pPr>
            <a:r>
              <a:rPr lang="en-US" sz="1200" dirty="0"/>
              <a:t>Gender does </a:t>
            </a:r>
            <a:r>
              <a:rPr lang="en-US" sz="1200" b="1" dirty="0"/>
              <a:t>not</a:t>
            </a:r>
            <a:r>
              <a:rPr lang="en-US" sz="1200" dirty="0"/>
              <a:t> significantly influence daily usage.</a:t>
            </a:r>
          </a:p>
          <a:p>
            <a:r>
              <a:rPr lang="en-US" sz="1200" b="1" dirty="0"/>
              <a:t>3. Urban vs Rural:</a:t>
            </a:r>
          </a:p>
          <a:p>
            <a:pPr marL="171450" indent="-171450">
              <a:buFont typeface="Arial" panose="020B0604020202020204" pitchFamily="34" charset="0"/>
              <a:buChar char="•"/>
            </a:pPr>
            <a:r>
              <a:rPr lang="en-US" sz="1200" b="1" dirty="0"/>
              <a:t>Urban kids use screens much more</a:t>
            </a:r>
            <a:r>
              <a:rPr lang="en-US" sz="1200" dirty="0"/>
              <a:t> compared to rural kids.</a:t>
            </a:r>
          </a:p>
          <a:p>
            <a:pPr marL="171450" indent="-171450">
              <a:buFont typeface="Arial" panose="020B0604020202020204" pitchFamily="34" charset="0"/>
              <a:buChar char="•"/>
            </a:pPr>
            <a:r>
              <a:rPr lang="en-US" sz="1200" dirty="0"/>
              <a:t>Higher access to devices and internet may be driving this increase.</a:t>
            </a:r>
          </a:p>
          <a:p>
            <a:endParaRPr lang="en-US" sz="1200"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A57D43-BE6E-7361-A4C5-07AA9763F29C}"/>
              </a:ext>
            </a:extLst>
          </p:cNvPr>
          <p:cNvSpPr txBox="1"/>
          <p:nvPr/>
        </p:nvSpPr>
        <p:spPr>
          <a:xfrm>
            <a:off x="809469" y="1101777"/>
            <a:ext cx="5793698" cy="3970318"/>
          </a:xfrm>
          <a:prstGeom prst="rect">
            <a:avLst/>
          </a:prstGeom>
          <a:noFill/>
        </p:spPr>
        <p:txBody>
          <a:bodyPr wrap="square" rtlCol="0">
            <a:spAutoFit/>
          </a:bodyPr>
          <a:lstStyle/>
          <a:p>
            <a:r>
              <a:rPr lang="en-US" sz="1200" b="1" dirty="0"/>
              <a:t>4. Screen Time by Age Band:</a:t>
            </a:r>
          </a:p>
          <a:p>
            <a:pPr marL="171450" indent="-171450">
              <a:buFont typeface="Arial" panose="020B0604020202020204" pitchFamily="34" charset="0"/>
              <a:buChar char="•"/>
            </a:pPr>
            <a:r>
              <a:rPr lang="en-US" sz="1200" b="1" dirty="0"/>
              <a:t>11–15 age group</a:t>
            </a:r>
            <a:r>
              <a:rPr lang="en-US" sz="1200" dirty="0"/>
              <a:t> shows the </a:t>
            </a:r>
            <a:r>
              <a:rPr lang="en-US" sz="1200" b="1" dirty="0"/>
              <a:t>highest screen time</a:t>
            </a:r>
            <a:r>
              <a:rPr lang="en-US" sz="1200" dirty="0"/>
              <a:t>, peaking above both younger and older groups.</a:t>
            </a:r>
          </a:p>
          <a:p>
            <a:pPr marL="171450" indent="-171450">
              <a:buFont typeface="Arial" panose="020B0604020202020204" pitchFamily="34" charset="0"/>
              <a:buChar char="•"/>
            </a:pPr>
            <a:r>
              <a:rPr lang="en-US" sz="1200" b="1" dirty="0"/>
              <a:t>6–10</a:t>
            </a:r>
            <a:r>
              <a:rPr lang="en-US" sz="1200" dirty="0"/>
              <a:t> have the lowest screen time.</a:t>
            </a:r>
          </a:p>
          <a:p>
            <a:pPr marL="171450" indent="-171450">
              <a:buFont typeface="Arial" panose="020B0604020202020204" pitchFamily="34" charset="0"/>
              <a:buChar char="•"/>
            </a:pPr>
            <a:r>
              <a:rPr lang="en-US" sz="1200" dirty="0"/>
              <a:t>Teens (16–18) still use screens heavily but less than early teens.</a:t>
            </a:r>
          </a:p>
          <a:p>
            <a:r>
              <a:rPr lang="en-US" sz="1200" b="1" dirty="0"/>
              <a:t>5.Educational vs Recreational Ratio (Age Band)</a:t>
            </a:r>
          </a:p>
          <a:p>
            <a:pPr marL="171450" indent="-171450">
              <a:buFont typeface="Arial" panose="020B0604020202020204" pitchFamily="34" charset="0"/>
              <a:buChar char="•"/>
            </a:pPr>
            <a:r>
              <a:rPr lang="en-US" sz="1200" b="1" dirty="0"/>
              <a:t>11–15</a:t>
            </a:r>
            <a:r>
              <a:rPr lang="en-US" sz="1200" dirty="0"/>
              <a:t> age group has the </a:t>
            </a:r>
            <a:r>
              <a:rPr lang="en-US" sz="1200" b="1" dirty="0"/>
              <a:t>best balance</a:t>
            </a:r>
            <a:r>
              <a:rPr lang="en-US" sz="1200" dirty="0"/>
              <a:t>, with a slightly higher educational ratio.</a:t>
            </a:r>
          </a:p>
          <a:p>
            <a:pPr marL="171450" indent="-171450">
              <a:buFont typeface="Arial" panose="020B0604020202020204" pitchFamily="34" charset="0"/>
              <a:buChar char="•"/>
            </a:pPr>
            <a:r>
              <a:rPr lang="en-US" sz="1200" b="1" dirty="0"/>
              <a:t>16–18</a:t>
            </a:r>
            <a:r>
              <a:rPr lang="en-US" sz="1200" dirty="0"/>
              <a:t> group has a </a:t>
            </a:r>
            <a:r>
              <a:rPr lang="en-US" sz="1200" b="1" dirty="0"/>
              <a:t>lower educational ratio</a:t>
            </a:r>
            <a:r>
              <a:rPr lang="en-US" sz="1200" dirty="0"/>
              <a:t>, indicating more recreational usage.</a:t>
            </a:r>
          </a:p>
          <a:p>
            <a:pPr marL="171450" indent="-171450">
              <a:buFont typeface="Arial" panose="020B0604020202020204" pitchFamily="34" charset="0"/>
              <a:buChar char="•"/>
            </a:pPr>
            <a:r>
              <a:rPr lang="en-US" sz="1200" dirty="0"/>
              <a:t>Younger kids (6–10) show moderate educational engagement.</a:t>
            </a:r>
          </a:p>
          <a:p>
            <a:r>
              <a:rPr lang="en-US" sz="1200" b="1" dirty="0"/>
              <a:t>6. Device Usage by Age Band:</a:t>
            </a:r>
          </a:p>
          <a:p>
            <a:pPr marL="171450" indent="-171450">
              <a:buFont typeface="Arial" panose="020B0604020202020204" pitchFamily="34" charset="0"/>
              <a:buChar char="•"/>
            </a:pPr>
            <a:r>
              <a:rPr lang="en-US" sz="1200" b="1" dirty="0"/>
              <a:t>Smartphones</a:t>
            </a:r>
            <a:r>
              <a:rPr lang="en-US" sz="1200" dirty="0"/>
              <a:t> dominate across all age groups.</a:t>
            </a:r>
          </a:p>
          <a:p>
            <a:pPr marL="171450" indent="-171450">
              <a:buFont typeface="Arial" panose="020B0604020202020204" pitchFamily="34" charset="0"/>
              <a:buChar char="•"/>
            </a:pPr>
            <a:r>
              <a:rPr lang="en-US" sz="1200" dirty="0"/>
              <a:t>Teens (11–15 and 16–18) use smartphones the most.</a:t>
            </a:r>
          </a:p>
          <a:p>
            <a:pPr marL="171450" indent="-171450">
              <a:buFont typeface="Arial" panose="020B0604020202020204" pitchFamily="34" charset="0"/>
              <a:buChar char="•"/>
            </a:pPr>
            <a:r>
              <a:rPr lang="en-US" sz="1200" dirty="0"/>
              <a:t>Younger kids (6–10) rely more on </a:t>
            </a:r>
            <a:r>
              <a:rPr lang="en-US" sz="1200" b="1" dirty="0"/>
              <a:t>TV</a:t>
            </a:r>
            <a:r>
              <a:rPr lang="en-US" sz="1200" dirty="0"/>
              <a:t> than older children.</a:t>
            </a:r>
          </a:p>
          <a:p>
            <a:pPr marL="171450" indent="-171450">
              <a:buFont typeface="Arial" panose="020B0604020202020204" pitchFamily="34" charset="0"/>
              <a:buChar char="•"/>
            </a:pPr>
            <a:r>
              <a:rPr lang="en-US" sz="1200" dirty="0"/>
              <a:t>Laptop and tablet usage is less common overall.</a:t>
            </a:r>
          </a:p>
          <a:p>
            <a:r>
              <a:rPr lang="en-US" sz="1200" b="1" dirty="0"/>
              <a:t>7. Primary Device Based on Location:</a:t>
            </a:r>
          </a:p>
          <a:p>
            <a:pPr marL="171450" indent="-171450">
              <a:buFont typeface="Arial" panose="020B0604020202020204" pitchFamily="34" charset="0"/>
              <a:buChar char="•"/>
            </a:pPr>
            <a:r>
              <a:rPr lang="en-US" sz="1200" b="1" dirty="0"/>
              <a:t>Urban kids</a:t>
            </a:r>
            <a:r>
              <a:rPr lang="en-US" sz="1200" dirty="0"/>
              <a:t> heavily prefer </a:t>
            </a:r>
            <a:r>
              <a:rPr lang="en-US" sz="1200" b="1" dirty="0"/>
              <a:t>smartphones</a:t>
            </a:r>
            <a:r>
              <a:rPr lang="en-US" sz="1200" dirty="0"/>
              <a:t>.</a:t>
            </a:r>
          </a:p>
          <a:p>
            <a:pPr marL="171450" indent="-171450">
              <a:buFont typeface="Arial" panose="020B0604020202020204" pitchFamily="34" charset="0"/>
              <a:buChar char="•"/>
            </a:pPr>
            <a:r>
              <a:rPr lang="en-US" sz="1200" b="1" dirty="0"/>
              <a:t>Rural areas</a:t>
            </a:r>
            <a:r>
              <a:rPr lang="en-US" sz="1200" dirty="0"/>
              <a:t> show lower usage overall and more balanced device distribution.</a:t>
            </a:r>
          </a:p>
          <a:p>
            <a:pPr marL="171450" indent="-171450">
              <a:buFont typeface="Arial" panose="020B0604020202020204" pitchFamily="34" charset="0"/>
              <a:buChar char="•"/>
            </a:pPr>
            <a:r>
              <a:rPr lang="en-US" sz="1200" dirty="0"/>
              <a:t>Laptops and tablets are more commonly seen in urban setups.</a:t>
            </a:r>
          </a:p>
          <a:p>
            <a:endParaRPr lang="en-US" sz="1200" dirty="0"/>
          </a:p>
          <a:p>
            <a:endParaRPr lang="en-US" sz="1200" dirty="0"/>
          </a:p>
          <a:p>
            <a:pPr marL="171450" indent="-171450">
              <a:buFont typeface="Arial" panose="020B0604020202020204" pitchFamily="34" charset="0"/>
              <a:buChar char="•"/>
            </a:pPr>
            <a:endParaRPr lang="en-US" sz="1200" dirty="0"/>
          </a:p>
        </p:txBody>
      </p:sp>
    </p:spTree>
    <p:extLst>
      <p:ext uri="{BB962C8B-B14F-4D97-AF65-F5344CB8AC3E}">
        <p14:creationId xmlns:p14="http://schemas.microsoft.com/office/powerpoint/2010/main" val="3460750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58C88A-3F6B-3856-33A2-25C701B4AD78}"/>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522562424"/>
      </p:ext>
    </p:extLst>
  </p:cSld>
  <p:clrMapOvr>
    <a:masterClrMapping/>
  </p:clrMapOvr>
</p:sld>
</file>

<file path=ppt/theme/theme1.xml><?xml version="1.0" encoding="utf-8"?>
<a:theme xmlns:a="http://schemas.openxmlformats.org/drawingml/2006/main" name="Data Analysis and Statistics - 5th grade by Slidesgo">
  <a:themeElements>
    <a:clrScheme name="Simple Light">
      <a:dk1>
        <a:srgbClr val="3C2C31"/>
      </a:dk1>
      <a:lt1>
        <a:srgbClr val="E24E42"/>
      </a:lt1>
      <a:dk2>
        <a:srgbClr val="E9B000"/>
      </a:dk2>
      <a:lt2>
        <a:srgbClr val="008F95"/>
      </a:lt2>
      <a:accent1>
        <a:srgbClr val="DDFBFC"/>
      </a:accent1>
      <a:accent2>
        <a:srgbClr val="EB6E80"/>
      </a:accent2>
      <a:accent3>
        <a:srgbClr val="F8D2D2"/>
      </a:accent3>
      <a:accent4>
        <a:srgbClr val="FAEBEB"/>
      </a:accent4>
      <a:accent5>
        <a:srgbClr val="FFFFFF"/>
      </a:accent5>
      <a:accent6>
        <a:srgbClr val="FFFFFF"/>
      </a:accent6>
      <a:hlink>
        <a:srgbClr val="3C2C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704</Words>
  <Application>Microsoft Office PowerPoint</Application>
  <PresentationFormat>On-screen Show (16:9)</PresentationFormat>
  <Paragraphs>97</Paragraphs>
  <Slides>13</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Days One</vt:lpstr>
      <vt:lpstr>Lato</vt:lpstr>
      <vt:lpstr>Bebas Neue</vt:lpstr>
      <vt:lpstr>Bitter Light</vt:lpstr>
      <vt:lpstr>Darker Grotesque SemiBold</vt:lpstr>
      <vt:lpstr>Nunito Light</vt:lpstr>
      <vt:lpstr>Data Analysis and Statistics - 5th grade by Slidesgo</vt:lpstr>
      <vt:lpstr>ScreenSense:Kids’ Screentime Visualization</vt:lpstr>
      <vt:lpstr>Project Overview</vt:lpstr>
      <vt:lpstr>Contents of this template</vt:lpstr>
      <vt:lpstr>Week 1: Project Initialization &amp; Dataset Setup</vt:lpstr>
      <vt:lpstr>Week 2: Preprocessing &amp; Feature Engineering </vt:lpstr>
      <vt:lpstr>Week 3: Univariate &amp; Bivariate Analysis</vt:lpstr>
      <vt:lpstr>Week 4: Device/Activity &amp; Weekday/Weekend Analysis</vt:lpstr>
      <vt:lpstr>Week 5: Cohort &amp; Segment Analysis</vt:lpstr>
      <vt:lpstr>Week 6: Habit/Seasonal Pattern Analysis</vt:lpstr>
      <vt:lpstr>Week 7: Visual Report or Dashboard Preparation</vt:lpstr>
      <vt:lpstr>Week 8: Documentation and Final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bhavani reddy</dc:creator>
  <cp:lastModifiedBy>bhavani reddy</cp:lastModifiedBy>
  <cp:revision>1</cp:revision>
  <dcterms:modified xsi:type="dcterms:W3CDTF">2025-12-05T16:32:55Z</dcterms:modified>
</cp:coreProperties>
</file>